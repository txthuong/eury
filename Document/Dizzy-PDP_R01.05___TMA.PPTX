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89" r:id="rId4"/>
  </p:sldMasterIdLst>
  <p:notesMasterIdLst>
    <p:notesMasterId r:id="rId19"/>
  </p:notesMasterIdLst>
  <p:handoutMasterIdLst>
    <p:handoutMasterId r:id="rId20"/>
  </p:handoutMasterIdLst>
  <p:sldIdLst>
    <p:sldId id="324" r:id="rId5"/>
    <p:sldId id="393" r:id="rId6"/>
    <p:sldId id="395" r:id="rId7"/>
    <p:sldId id="440" r:id="rId8"/>
    <p:sldId id="394" r:id="rId9"/>
    <p:sldId id="439" r:id="rId10"/>
    <p:sldId id="396" r:id="rId11"/>
    <p:sldId id="397" r:id="rId12"/>
    <p:sldId id="398" r:id="rId13"/>
    <p:sldId id="454" r:id="rId14"/>
    <p:sldId id="455" r:id="rId15"/>
    <p:sldId id="399" r:id="rId16"/>
    <p:sldId id="467" r:id="rId17"/>
    <p:sldId id="450" r:id="rId18"/>
  </p:sldIdLst>
  <p:sldSz cx="9144000" cy="6858000" type="screen4x3"/>
  <p:notesSz cx="7010400" cy="92964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720">
          <p15:clr>
            <a:srgbClr val="A4A3A4"/>
          </p15:clr>
        </p15:guide>
        <p15:guide id="2" pos="156">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a:srgbClr val="D9D9D9"/>
    <a:srgbClr val="DCD766"/>
    <a:srgbClr val="F18F87"/>
    <a:srgbClr val="A0ACAF"/>
    <a:srgbClr val="A3BEF5"/>
    <a:srgbClr val="66CCFF"/>
    <a:srgbClr val="6699FF"/>
    <a:srgbClr val="0066CC"/>
    <a:srgbClr val="9999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662" autoAdjust="0"/>
    <p:restoredTop sz="94411" autoAdjust="0"/>
  </p:normalViewPr>
  <p:slideViewPr>
    <p:cSldViewPr snapToGrid="0">
      <p:cViewPr varScale="1">
        <p:scale>
          <a:sx n="70" d="100"/>
          <a:sy n="70" d="100"/>
        </p:scale>
        <p:origin x="1788" y="54"/>
      </p:cViewPr>
      <p:guideLst>
        <p:guide orient="horz" pos="720"/>
        <p:guide pos="156"/>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10" d="100"/>
        <a:sy n="110" d="100"/>
      </p:scale>
      <p:origin x="0" y="14898"/>
    </p:cViewPr>
  </p:sorterViewPr>
  <p:notesViewPr>
    <p:cSldViewPr snapToGrid="0" showGuides="1">
      <p:cViewPr>
        <p:scale>
          <a:sx n="154" d="100"/>
          <a:sy n="154" d="100"/>
        </p:scale>
        <p:origin x="666" y="-279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0EE20CFF-F47A-433F-AFED-9599D624ACF3}" type="datetimeFigureOut">
              <a:rPr lang="en-CA" smtClean="0"/>
              <a:pPr/>
              <a:t>2017-09-13</a:t>
            </a:fld>
            <a:endParaRPr lang="en-CA"/>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27F574AF-D6AF-4869-A21D-DE521E5E03BD}" type="slidenum">
              <a:rPr lang="en-CA" smtClean="0"/>
              <a:pPr/>
              <a:t>‹#›</a:t>
            </a:fld>
            <a:endParaRPr lang="en-CA"/>
          </a:p>
        </p:txBody>
      </p:sp>
    </p:spTree>
    <p:extLst>
      <p:ext uri="{BB962C8B-B14F-4D97-AF65-F5344CB8AC3E}">
        <p14:creationId xmlns:p14="http://schemas.microsoft.com/office/powerpoint/2010/main" val="19760694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fontAlgn="auto">
              <a:spcBef>
                <a:spcPts val="0"/>
              </a:spcBef>
              <a:spcAft>
                <a:spcPts val="0"/>
              </a:spcAft>
              <a:defRPr sz="1200">
                <a:latin typeface="+mn-lt"/>
                <a:ea typeface="+mn-ea"/>
                <a:cs typeface="+mn-cs"/>
              </a:defRPr>
            </a:lvl1pPr>
          </a:lstStyle>
          <a:p>
            <a:pPr>
              <a:defRPr/>
            </a:pPr>
            <a:fld id="{8942FF58-92E1-2D46-A843-2E037FE07052}" type="datetimeFigureOut">
              <a:rPr lang="en-US"/>
              <a:pPr>
                <a:defRPr/>
              </a:pPr>
              <a:t>9/13/2017</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US" noProof="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endParaRPr lang="en-US" noProof="0"/>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fontAlgn="auto">
              <a:spcBef>
                <a:spcPts val="0"/>
              </a:spcBef>
              <a:spcAft>
                <a:spcPts val="0"/>
              </a:spcAft>
              <a:defRPr sz="1200">
                <a:latin typeface="+mn-lt"/>
                <a:ea typeface="+mn-ea"/>
                <a:cs typeface="+mn-cs"/>
              </a:defRPr>
            </a:lvl1pPr>
          </a:lstStyle>
          <a:p>
            <a:pPr>
              <a:defRPr/>
            </a:pPr>
            <a:fld id="{94DD81EC-FB29-534C-9BDE-E7988456E419}" type="slidenum">
              <a:rPr lang="en-US"/>
              <a:pPr>
                <a:defRPr/>
              </a:pPr>
              <a:t>‹#›</a:t>
            </a:fld>
            <a:endParaRPr lang="en-US"/>
          </a:p>
        </p:txBody>
      </p:sp>
    </p:spTree>
    <p:extLst>
      <p:ext uri="{BB962C8B-B14F-4D97-AF65-F5344CB8AC3E}">
        <p14:creationId xmlns:p14="http://schemas.microsoft.com/office/powerpoint/2010/main" val="1365395191"/>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94DD81EC-FB29-534C-9BDE-E7988456E419}" type="slidenum">
              <a:rPr lang="en-US" smtClean="0"/>
              <a:pPr>
                <a:defRPr/>
              </a:pPr>
              <a:t>1</a:t>
            </a:fld>
            <a:endParaRPr lang="en-US"/>
          </a:p>
        </p:txBody>
      </p:sp>
    </p:spTree>
    <p:extLst>
      <p:ext uri="{BB962C8B-B14F-4D97-AF65-F5344CB8AC3E}">
        <p14:creationId xmlns:p14="http://schemas.microsoft.com/office/powerpoint/2010/main" val="19064882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noProof="0" dirty="0"/>
              <a:t>Do not update this page,</a:t>
            </a:r>
            <a:r>
              <a:rPr lang="en-US" b="1" i="1" baseline="0" noProof="0" dirty="0"/>
              <a:t> this is for the template itself!</a:t>
            </a:r>
            <a:endParaRPr lang="en-US" b="1" i="1" noProof="0" dirty="0"/>
          </a:p>
        </p:txBody>
      </p:sp>
      <p:sp>
        <p:nvSpPr>
          <p:cNvPr id="4" name="Slide Number Placeholder 3"/>
          <p:cNvSpPr>
            <a:spLocks noGrp="1"/>
          </p:cNvSpPr>
          <p:nvPr>
            <p:ph type="sldNum" sz="quarter" idx="10"/>
          </p:nvPr>
        </p:nvSpPr>
        <p:spPr/>
        <p:txBody>
          <a:bodyPr/>
          <a:lstStyle/>
          <a:p>
            <a:pPr>
              <a:defRPr/>
            </a:pPr>
            <a:fld id="{94DD81EC-FB29-534C-9BDE-E7988456E419}" type="slidenum">
              <a:rPr lang="en-US" smtClean="0"/>
              <a:pPr>
                <a:defRPr/>
              </a:pPr>
              <a:t>2</a:t>
            </a:fld>
            <a:endParaRPr lang="en-US"/>
          </a:p>
        </p:txBody>
      </p:sp>
    </p:spTree>
    <p:extLst>
      <p:ext uri="{BB962C8B-B14F-4D97-AF65-F5344CB8AC3E}">
        <p14:creationId xmlns:p14="http://schemas.microsoft.com/office/powerpoint/2010/main" val="2828111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0" fontAlgn="base" latinLnBrk="0" hangingPunct="0">
              <a:lnSpc>
                <a:spcPct val="100000"/>
              </a:lnSpc>
              <a:spcBef>
                <a:spcPct val="30000"/>
              </a:spcBef>
              <a:spcAft>
                <a:spcPct val="0"/>
              </a:spcAft>
              <a:buClrTx/>
              <a:buSzTx/>
              <a:buFontTx/>
              <a:buNone/>
              <a:tabLst/>
              <a:defRPr/>
            </a:pPr>
            <a:r>
              <a:rPr lang="en-US" b="1" i="1" noProof="0" dirty="0"/>
              <a:t>Do not update this page,</a:t>
            </a:r>
            <a:r>
              <a:rPr lang="en-US" b="1" i="1" baseline="0" noProof="0" dirty="0"/>
              <a:t> this is for the template itself!</a:t>
            </a:r>
            <a:endParaRPr lang="en-US" b="1" i="1" noProof="0" dirty="0"/>
          </a:p>
          <a:p>
            <a:endParaRPr lang="en-US" dirty="0"/>
          </a:p>
        </p:txBody>
      </p:sp>
      <p:sp>
        <p:nvSpPr>
          <p:cNvPr id="4" name="Slide Number Placeholder 3"/>
          <p:cNvSpPr>
            <a:spLocks noGrp="1"/>
          </p:cNvSpPr>
          <p:nvPr>
            <p:ph type="sldNum" sz="quarter" idx="10"/>
          </p:nvPr>
        </p:nvSpPr>
        <p:spPr/>
        <p:txBody>
          <a:bodyPr/>
          <a:lstStyle/>
          <a:p>
            <a:pPr>
              <a:defRPr/>
            </a:pPr>
            <a:fld id="{94DD81EC-FB29-534C-9BDE-E7988456E419}" type="slidenum">
              <a:rPr lang="en-US" smtClean="0"/>
              <a:pPr>
                <a:defRPr/>
              </a:pPr>
              <a:t>3</a:t>
            </a:fld>
            <a:endParaRPr lang="en-US"/>
          </a:p>
        </p:txBody>
      </p:sp>
    </p:spTree>
    <p:extLst>
      <p:ext uri="{BB962C8B-B14F-4D97-AF65-F5344CB8AC3E}">
        <p14:creationId xmlns:p14="http://schemas.microsoft.com/office/powerpoint/2010/main" val="36768938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0" fontAlgn="base" latinLnBrk="0" hangingPunct="0">
              <a:lnSpc>
                <a:spcPct val="100000"/>
              </a:lnSpc>
              <a:spcBef>
                <a:spcPct val="30000"/>
              </a:spcBef>
              <a:spcAft>
                <a:spcPct val="0"/>
              </a:spcAft>
              <a:buClrTx/>
              <a:buSzTx/>
              <a:buFontTx/>
              <a:buNone/>
              <a:tabLst/>
              <a:defRPr/>
            </a:pPr>
            <a:r>
              <a:rPr lang="en-US" b="1" i="1" noProof="0" dirty="0"/>
              <a:t>Do not update this page,</a:t>
            </a:r>
            <a:r>
              <a:rPr lang="en-US" b="1" i="1" baseline="0" noProof="0" dirty="0"/>
              <a:t> this is for the template itself!</a:t>
            </a:r>
            <a:endParaRPr lang="en-US" b="1" i="1" noProof="0" dirty="0"/>
          </a:p>
          <a:p>
            <a:endParaRPr lang="en-US" dirty="0"/>
          </a:p>
        </p:txBody>
      </p:sp>
      <p:sp>
        <p:nvSpPr>
          <p:cNvPr id="4" name="Slide Number Placeholder 3"/>
          <p:cNvSpPr>
            <a:spLocks noGrp="1"/>
          </p:cNvSpPr>
          <p:nvPr>
            <p:ph type="sldNum" sz="quarter" idx="10"/>
          </p:nvPr>
        </p:nvSpPr>
        <p:spPr/>
        <p:txBody>
          <a:bodyPr/>
          <a:lstStyle/>
          <a:p>
            <a:pPr>
              <a:defRPr/>
            </a:pPr>
            <a:fld id="{94DD81EC-FB29-534C-9BDE-E7988456E419}" type="slidenum">
              <a:rPr lang="en-US" smtClean="0"/>
              <a:pPr>
                <a:defRPr/>
              </a:pPr>
              <a:t>4</a:t>
            </a:fld>
            <a:endParaRPr lang="en-US"/>
          </a:p>
        </p:txBody>
      </p:sp>
    </p:spTree>
    <p:extLst>
      <p:ext uri="{BB962C8B-B14F-4D97-AF65-F5344CB8AC3E}">
        <p14:creationId xmlns:p14="http://schemas.microsoft.com/office/powerpoint/2010/main" val="38527692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noProof="0" dirty="0"/>
              <a:t>Update this page with the FH ID</a:t>
            </a:r>
            <a:r>
              <a:rPr lang="en-US" i="1" baseline="0" noProof="0" dirty="0"/>
              <a:t> and other relevant information.</a:t>
            </a:r>
            <a:endParaRPr lang="en-US" i="1" noProof="0" dirty="0"/>
          </a:p>
        </p:txBody>
      </p:sp>
      <p:sp>
        <p:nvSpPr>
          <p:cNvPr id="4" name="Slide Number Placeholder 3"/>
          <p:cNvSpPr>
            <a:spLocks noGrp="1"/>
          </p:cNvSpPr>
          <p:nvPr>
            <p:ph type="sldNum" sz="quarter" idx="10"/>
          </p:nvPr>
        </p:nvSpPr>
        <p:spPr/>
        <p:txBody>
          <a:bodyPr/>
          <a:lstStyle/>
          <a:p>
            <a:pPr>
              <a:defRPr/>
            </a:pPr>
            <a:fld id="{94DD81EC-FB29-534C-9BDE-E7988456E419}" type="slidenum">
              <a:rPr lang="en-US" smtClean="0"/>
              <a:pPr>
                <a:defRPr/>
              </a:pPr>
              <a:t>5</a:t>
            </a:fld>
            <a:endParaRPr lang="en-US"/>
          </a:p>
        </p:txBody>
      </p:sp>
    </p:spTree>
    <p:extLst>
      <p:ext uri="{BB962C8B-B14F-4D97-AF65-F5344CB8AC3E}">
        <p14:creationId xmlns:p14="http://schemas.microsoft.com/office/powerpoint/2010/main" val="6688506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noProof="0" dirty="0"/>
              <a:t>Each time a new version of this document is done, update this table accordingly.</a:t>
            </a:r>
          </a:p>
        </p:txBody>
      </p:sp>
      <p:sp>
        <p:nvSpPr>
          <p:cNvPr id="4" name="Slide Number Placeholder 3"/>
          <p:cNvSpPr>
            <a:spLocks noGrp="1"/>
          </p:cNvSpPr>
          <p:nvPr>
            <p:ph type="sldNum" sz="quarter" idx="10"/>
          </p:nvPr>
        </p:nvSpPr>
        <p:spPr/>
        <p:txBody>
          <a:bodyPr/>
          <a:lstStyle/>
          <a:p>
            <a:pPr>
              <a:defRPr/>
            </a:pPr>
            <a:fld id="{94DD81EC-FB29-534C-9BDE-E7988456E419}" type="slidenum">
              <a:rPr lang="en-US" smtClean="0"/>
              <a:pPr>
                <a:defRPr/>
              </a:pPr>
              <a:t>6</a:t>
            </a:fld>
            <a:endParaRPr lang="en-US"/>
          </a:p>
        </p:txBody>
      </p:sp>
    </p:spTree>
    <p:extLst>
      <p:ext uri="{BB962C8B-B14F-4D97-AF65-F5344CB8AC3E}">
        <p14:creationId xmlns:p14="http://schemas.microsoft.com/office/powerpoint/2010/main" val="23587380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4B80E95-7F66-48B8-A600-F1234FE61249}" type="slidenum">
              <a:rPr lang="en-US" smtClean="0"/>
              <a:pPr/>
              <a:t>7</a:t>
            </a:fld>
            <a:endParaRPr lang="en-US" dirty="0"/>
          </a:p>
        </p:txBody>
      </p:sp>
    </p:spTree>
    <p:extLst>
      <p:ext uri="{BB962C8B-B14F-4D97-AF65-F5344CB8AC3E}">
        <p14:creationId xmlns:p14="http://schemas.microsoft.com/office/powerpoint/2010/main" val="19955328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4B80E95-7F66-48B8-A600-F1234FE61249}" type="slidenum">
              <a:rPr lang="en-US" smtClean="0"/>
              <a:pPr/>
              <a:t>8</a:t>
            </a:fld>
            <a:endParaRPr lang="en-US" dirty="0"/>
          </a:p>
        </p:txBody>
      </p:sp>
    </p:spTree>
    <p:extLst>
      <p:ext uri="{BB962C8B-B14F-4D97-AF65-F5344CB8AC3E}">
        <p14:creationId xmlns:p14="http://schemas.microsoft.com/office/powerpoint/2010/main" val="32465691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4B80E95-7F66-48B8-A600-F1234FE61249}" type="slidenum">
              <a:rPr lang="en-US" smtClean="0"/>
              <a:pPr/>
              <a:t>9</a:t>
            </a:fld>
            <a:endParaRPr lang="en-US" dirty="0"/>
          </a:p>
        </p:txBody>
      </p:sp>
    </p:spTree>
    <p:extLst>
      <p:ext uri="{BB962C8B-B14F-4D97-AF65-F5344CB8AC3E}">
        <p14:creationId xmlns:p14="http://schemas.microsoft.com/office/powerpoint/2010/main" val="19036749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noProof="0" dirty="0"/>
              <a:t>The</a:t>
            </a:r>
            <a:r>
              <a:rPr lang="en-US" i="1" baseline="0" noProof="0" dirty="0"/>
              <a:t> information displayed here shall also be available on the « Project Data » spreadsheet of the dashboard, in the section Project repository mainly.</a:t>
            </a:r>
          </a:p>
          <a:p>
            <a:r>
              <a:rPr lang="en-US" b="1" i="1" baseline="0" noProof="0" dirty="0"/>
              <a:t>It is advised to put the name of the product together with the project name in Clarity: </a:t>
            </a:r>
            <a:r>
              <a:rPr lang="en-US" b="1" i="1" baseline="0" noProof="0" dirty="0">
                <a:solidFill>
                  <a:srgbClr val="0070C0"/>
                </a:solidFill>
              </a:rPr>
              <a:t>Centaurus-HL8518</a:t>
            </a:r>
            <a:endParaRPr lang="en-US" b="1" i="1" noProof="0" dirty="0">
              <a:solidFill>
                <a:srgbClr val="0070C0"/>
              </a:solidFill>
            </a:endParaRPr>
          </a:p>
        </p:txBody>
      </p:sp>
      <p:sp>
        <p:nvSpPr>
          <p:cNvPr id="4" name="Slide Number Placeholder 3"/>
          <p:cNvSpPr>
            <a:spLocks noGrp="1"/>
          </p:cNvSpPr>
          <p:nvPr>
            <p:ph type="sldNum" sz="quarter" idx="10"/>
          </p:nvPr>
        </p:nvSpPr>
        <p:spPr/>
        <p:txBody>
          <a:bodyPr/>
          <a:lstStyle/>
          <a:p>
            <a:pPr>
              <a:defRPr/>
            </a:pPr>
            <a:fld id="{94DD81EC-FB29-534C-9BDE-E7988456E419}" type="slidenum">
              <a:rPr lang="en-US" smtClean="0"/>
              <a:pPr>
                <a:defRPr/>
              </a:pPr>
              <a:t>14</a:t>
            </a:fld>
            <a:endParaRPr lang="en-US"/>
          </a:p>
        </p:txBody>
      </p:sp>
    </p:spTree>
    <p:extLst>
      <p:ext uri="{BB962C8B-B14F-4D97-AF65-F5344CB8AC3E}">
        <p14:creationId xmlns:p14="http://schemas.microsoft.com/office/powerpoint/2010/main" val="14677405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6_SW - Presentation Title Slide">
    <p:spTree>
      <p:nvGrpSpPr>
        <p:cNvPr id="1" name=""/>
        <p:cNvGrpSpPr/>
        <p:nvPr/>
      </p:nvGrpSpPr>
      <p:grpSpPr>
        <a:xfrm>
          <a:off x="0" y="0"/>
          <a:ext cx="0" cy="0"/>
          <a:chOff x="0" y="0"/>
          <a:chExt cx="0" cy="0"/>
        </a:xfrm>
      </p:grpSpPr>
      <p:sp>
        <p:nvSpPr>
          <p:cNvPr id="2" name="Rectangle 1"/>
          <p:cNvSpPr/>
          <p:nvPr/>
        </p:nvSpPr>
        <p:spPr>
          <a:xfrm>
            <a:off x="1" y="1"/>
            <a:ext cx="9143999" cy="6857999"/>
          </a:xfrm>
          <a:prstGeom prst="rect">
            <a:avLst/>
          </a:prstGeom>
          <a:solidFill>
            <a:schemeClr val="bg1"/>
          </a:solidFill>
          <a:ln w="12700">
            <a:noFill/>
          </a:ln>
        </p:spPr>
        <p:txBody>
          <a:bodyPr rot="0" spcFirstLastPara="0" vertOverflow="overflow" horzOverflow="overflow" vert="horz" wrap="none" lIns="91440" tIns="45720" rIns="91440" bIns="45720" numCol="1" spcCol="0" rtlCol="0" fromWordArt="0" anchor="ctr" anchorCtr="0" forceAA="0" compatLnSpc="1">
            <a:prstTxWarp prst="textNoShape">
              <a:avLst/>
            </a:prstTxWarp>
            <a:normAutofit/>
          </a:bodyPr>
          <a:lstStyle/>
          <a:p>
            <a:pPr algn="ctr"/>
            <a:endParaRPr lang="en-US" sz="1600" dirty="0" err="1"/>
          </a:p>
        </p:txBody>
      </p:sp>
      <p:sp>
        <p:nvSpPr>
          <p:cNvPr id="9" name="Title 6"/>
          <p:cNvSpPr>
            <a:spLocks noGrp="1"/>
          </p:cNvSpPr>
          <p:nvPr>
            <p:ph type="title"/>
          </p:nvPr>
        </p:nvSpPr>
        <p:spPr>
          <a:xfrm>
            <a:off x="4597377" y="2840607"/>
            <a:ext cx="3823521" cy="550840"/>
          </a:xfrm>
          <a:prstGeom prst="rect">
            <a:avLst/>
          </a:prstGeom>
        </p:spPr>
        <p:txBody>
          <a:bodyPr/>
          <a:lstStyle>
            <a:lvl1pPr algn="l">
              <a:defRPr b="1" baseline="0">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4598140" y="3420943"/>
            <a:ext cx="3823189" cy="399440"/>
          </a:xfrm>
          <a:prstGeom prst="rect">
            <a:avLst/>
          </a:prstGeom>
        </p:spPr>
        <p:txBody>
          <a:bodyPr/>
          <a:lstStyle>
            <a:lvl1pPr algn="l">
              <a:buFontTx/>
              <a:buNone/>
              <a:defRPr sz="1800">
                <a:solidFill>
                  <a:schemeClr val="tx1"/>
                </a:solidFill>
                <a:latin typeface="Arial" pitchFamily="34" charset="0"/>
                <a:cs typeface="Arial" pitchFamily="34" charset="0"/>
              </a:defRPr>
            </a:lvl1pPr>
          </a:lstStyle>
          <a:p>
            <a:pPr lvl="0"/>
            <a:r>
              <a:rPr lang="en-US"/>
              <a:t>Click to edit Master text styles</a:t>
            </a: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96239"/>
            <a:ext cx="4210665" cy="3600118"/>
          </a:xfrm>
          <a:prstGeom prst="rect">
            <a:avLst/>
          </a:prstGeom>
        </p:spPr>
      </p:pic>
      <p:pic>
        <p:nvPicPr>
          <p:cNvPr id="14" name="Picture 13"/>
          <p:cNvPicPr>
            <a:picLocks/>
          </p:cNvPicPr>
          <p:nvPr/>
        </p:nvPicPr>
        <p:blipFill>
          <a:blip r:embed="rId3" cstate="screen">
            <a:extLst>
              <a:ext uri="{28A0092B-C50C-407E-A947-70E740481C1C}">
                <a14:useLocalDpi xmlns:a14="http://schemas.microsoft.com/office/drawing/2010/main"/>
              </a:ext>
            </a:extLst>
          </a:blip>
          <a:stretch>
            <a:fillRect/>
          </a:stretch>
        </p:blipFill>
        <p:spPr>
          <a:xfrm>
            <a:off x="6872862" y="5213099"/>
            <a:ext cx="2095835" cy="1255387"/>
          </a:xfrm>
          <a:prstGeom prst="rect">
            <a:avLst/>
          </a:prstGeom>
        </p:spPr>
      </p:pic>
      <p:sp>
        <p:nvSpPr>
          <p:cNvPr id="15" name="TextBox 14"/>
          <p:cNvSpPr txBox="1"/>
          <p:nvPr/>
        </p:nvSpPr>
        <p:spPr>
          <a:xfrm>
            <a:off x="728660" y="5203827"/>
            <a:ext cx="3415636" cy="707886"/>
          </a:xfrm>
          <a:prstGeom prst="rect">
            <a:avLst/>
          </a:prstGeom>
          <a:noFill/>
        </p:spPr>
        <p:txBody>
          <a:bodyPr wrap="square" rtlCol="0" anchor="ctr">
            <a:spAutoFit/>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lang="en-US" sz="2000" b="1" dirty="0">
                <a:solidFill>
                  <a:schemeClr val="tx1"/>
                </a:solidFill>
              </a:rPr>
              <a:t>Sierr</a:t>
            </a:r>
            <a:r>
              <a:rPr lang="en-US" sz="2000" b="1" baseline="0" dirty="0">
                <a:solidFill>
                  <a:schemeClr val="tx1"/>
                </a:solidFill>
              </a:rPr>
              <a:t>a Wireless is b</a:t>
            </a:r>
            <a:r>
              <a:rPr lang="en-US" sz="2000" b="1" dirty="0">
                <a:solidFill>
                  <a:schemeClr val="tx1"/>
                </a:solidFill>
              </a:rPr>
              <a:t>uilding</a:t>
            </a:r>
            <a:r>
              <a:rPr lang="en-US" sz="2000" b="1" kern="1200" dirty="0">
                <a:solidFill>
                  <a:schemeClr val="tx1"/>
                </a:solidFill>
                <a:latin typeface="Arial" charset="0"/>
                <a:ea typeface="ＭＳ Ｐゴシック" charset="0"/>
                <a:cs typeface="ＭＳ Ｐゴシック" charset="0"/>
              </a:rPr>
              <a:t> the Internet of </a:t>
            </a:r>
            <a:r>
              <a:rPr lang="en-US" sz="2000" b="1" dirty="0">
                <a:solidFill>
                  <a:schemeClr val="tx1"/>
                </a:solidFill>
              </a:rPr>
              <a:t>Things.</a:t>
            </a:r>
            <a:endParaRPr lang="en-CA" sz="2000" b="1" dirty="0" err="1">
              <a:solidFill>
                <a:schemeClr val="tx1"/>
              </a:solidFill>
            </a:endParaRPr>
          </a:p>
        </p:txBody>
      </p:sp>
    </p:spTree>
    <p:extLst>
      <p:ext uri="{BB962C8B-B14F-4D97-AF65-F5344CB8AC3E}">
        <p14:creationId xmlns:p14="http://schemas.microsoft.com/office/powerpoint/2010/main" val="1591873193"/>
      </p:ext>
    </p:extLst>
  </p:cSld>
  <p:clrMapOvr>
    <a:masterClrMapping/>
  </p:clrMapOvr>
  <p:transition>
    <p:fade/>
  </p:transition>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SW - Section Title Slide">
    <p:spTree>
      <p:nvGrpSpPr>
        <p:cNvPr id="1" name=""/>
        <p:cNvGrpSpPr/>
        <p:nvPr/>
      </p:nvGrpSpPr>
      <p:grpSpPr>
        <a:xfrm>
          <a:off x="0" y="0"/>
          <a:ext cx="0" cy="0"/>
          <a:chOff x="0" y="0"/>
          <a:chExt cx="0" cy="0"/>
        </a:xfrm>
      </p:grpSpPr>
      <p:sp>
        <p:nvSpPr>
          <p:cNvPr id="16" name="Rectangle 15"/>
          <p:cNvSpPr/>
          <p:nvPr/>
        </p:nvSpPr>
        <p:spPr>
          <a:xfrm>
            <a:off x="0" y="0"/>
            <a:ext cx="9144000" cy="1533832"/>
          </a:xfrm>
          <a:prstGeom prst="rect">
            <a:avLst/>
          </a:prstGeom>
          <a:solidFill>
            <a:schemeClr val="bg1"/>
          </a:solidFill>
          <a:ln w="12700">
            <a:noFill/>
          </a:ln>
        </p:spPr>
        <p:txBody>
          <a:bodyPr rot="0" spcFirstLastPara="0" vertOverflow="overflow" horzOverflow="overflow" vert="horz" wrap="none" lIns="91440" tIns="45720" rIns="91440" bIns="45720" numCol="1" spcCol="0" rtlCol="0" fromWordArt="0" anchor="ctr" anchorCtr="0" forceAA="0" compatLnSpc="1">
            <a:prstTxWarp prst="textNoShape">
              <a:avLst/>
            </a:prstTxWarp>
            <a:normAutofit/>
          </a:bodyPr>
          <a:lstStyle/>
          <a:p>
            <a:pPr algn="ctr"/>
            <a:endParaRPr lang="en-CA" sz="1600" dirty="0" err="1"/>
          </a:p>
        </p:txBody>
      </p:sp>
      <p:sp>
        <p:nvSpPr>
          <p:cNvPr id="13" name="Rectangle 12"/>
          <p:cNvSpPr/>
          <p:nvPr/>
        </p:nvSpPr>
        <p:spPr>
          <a:xfrm>
            <a:off x="2" y="6298044"/>
            <a:ext cx="9143999" cy="559957"/>
          </a:xfrm>
          <a:prstGeom prst="rect">
            <a:avLst/>
          </a:prstGeom>
          <a:solidFill>
            <a:schemeClr val="bg1"/>
          </a:solidFill>
          <a:ln w="12700">
            <a:noFill/>
          </a:ln>
        </p:spPr>
        <p:txBody>
          <a:bodyPr rot="0" spcFirstLastPara="0" vertOverflow="overflow" horzOverflow="overflow" vert="horz" wrap="none" lIns="91440" tIns="45720" rIns="91440" bIns="45720" numCol="1" spcCol="0" rtlCol="0" fromWordArt="0" anchor="ctr" anchorCtr="0" forceAA="0" compatLnSpc="1">
            <a:prstTxWarp prst="textNoShape">
              <a:avLst/>
            </a:prstTxWarp>
            <a:normAutofit/>
          </a:bodyPr>
          <a:lstStyle/>
          <a:p>
            <a:pPr algn="ctr"/>
            <a:endParaRPr lang="en-US" sz="1600" dirty="0" err="1"/>
          </a:p>
        </p:txBody>
      </p:sp>
      <p:sp>
        <p:nvSpPr>
          <p:cNvPr id="2" name="Rectangle 1"/>
          <p:cNvSpPr/>
          <p:nvPr/>
        </p:nvSpPr>
        <p:spPr>
          <a:xfrm>
            <a:off x="2" y="4536657"/>
            <a:ext cx="9144000" cy="376132"/>
          </a:xfrm>
          <a:prstGeom prst="rect">
            <a:avLst/>
          </a:prstGeom>
          <a:gradFill flip="none" rotWithShape="1">
            <a:gsLst>
              <a:gs pos="0">
                <a:schemeClr val="bg1">
                  <a:alpha val="0"/>
                </a:schemeClr>
              </a:gs>
              <a:gs pos="100000">
                <a:schemeClr val="bg1">
                  <a:shade val="100000"/>
                  <a:satMod val="115000"/>
                </a:schemeClr>
              </a:gs>
            </a:gsLst>
            <a:lin ang="5400000" scaled="1"/>
            <a:tileRect/>
          </a:gradFill>
          <a:ln w="12700">
            <a:noFill/>
          </a:ln>
        </p:spPr>
        <p:txBody>
          <a:bodyPr rot="0" spcFirstLastPara="0" vertOverflow="overflow" horzOverflow="overflow" vert="horz" wrap="none" lIns="91440" tIns="45720" rIns="91440" bIns="45720" numCol="1" spcCol="0" rtlCol="0" fromWordArt="0" anchor="ctr" anchorCtr="0" forceAA="0" compatLnSpc="1">
            <a:prstTxWarp prst="textNoShape">
              <a:avLst/>
            </a:prstTxWarp>
            <a:normAutofit/>
          </a:bodyPr>
          <a:lstStyle/>
          <a:p>
            <a:pPr algn="ctr"/>
            <a:endParaRPr lang="en-US" sz="1600" dirty="0" err="1"/>
          </a:p>
        </p:txBody>
      </p:sp>
      <p:sp>
        <p:nvSpPr>
          <p:cNvPr id="5" name="Rectangle 4"/>
          <p:cNvSpPr/>
          <p:nvPr/>
        </p:nvSpPr>
        <p:spPr>
          <a:xfrm>
            <a:off x="4904509" y="0"/>
            <a:ext cx="710479" cy="288175"/>
          </a:xfrm>
          <a:prstGeom prst="rect">
            <a:avLst/>
          </a:prstGeom>
          <a:solidFill>
            <a:schemeClr val="bg1"/>
          </a:solidFill>
          <a:ln w="12700">
            <a:noFill/>
          </a:ln>
        </p:spPr>
        <p:txBody>
          <a:bodyPr rot="0" spcFirstLastPara="0" vertOverflow="overflow" horzOverflow="overflow" vert="horz" wrap="none" lIns="91440" tIns="45720" rIns="91440" bIns="45720" numCol="1" spcCol="0" rtlCol="0" fromWordArt="0" anchor="ctr" anchorCtr="0" forceAA="0" compatLnSpc="1">
            <a:prstTxWarp prst="textNoShape">
              <a:avLst/>
            </a:prstTxWarp>
            <a:normAutofit fontScale="92500" lnSpcReduction="20000"/>
          </a:bodyPr>
          <a:lstStyle/>
          <a:p>
            <a:pPr algn="ctr"/>
            <a:endParaRPr lang="en-US" sz="1600" dirty="0" err="1"/>
          </a:p>
        </p:txBody>
      </p:sp>
      <p:sp>
        <p:nvSpPr>
          <p:cNvPr id="12" name="Rectangle 11"/>
          <p:cNvSpPr/>
          <p:nvPr/>
        </p:nvSpPr>
        <p:spPr>
          <a:xfrm rot="10800000">
            <a:off x="0" y="-1"/>
            <a:ext cx="9144000" cy="376132"/>
          </a:xfrm>
          <a:prstGeom prst="rect">
            <a:avLst/>
          </a:prstGeom>
          <a:gradFill flip="none" rotWithShape="1">
            <a:gsLst>
              <a:gs pos="0">
                <a:schemeClr val="bg1">
                  <a:alpha val="0"/>
                </a:schemeClr>
              </a:gs>
              <a:gs pos="100000">
                <a:schemeClr val="bg1">
                  <a:shade val="100000"/>
                  <a:satMod val="115000"/>
                </a:schemeClr>
              </a:gs>
            </a:gsLst>
            <a:lin ang="5400000" scaled="1"/>
            <a:tileRect/>
          </a:gradFill>
          <a:ln w="12700">
            <a:noFill/>
          </a:ln>
        </p:spPr>
        <p:txBody>
          <a:bodyPr rot="0" spcFirstLastPara="0" vertOverflow="overflow" horzOverflow="overflow" vert="horz" wrap="none" lIns="91440" tIns="45720" rIns="91440" bIns="45720" numCol="1" spcCol="0" rtlCol="0" fromWordArt="0" anchor="ctr" anchorCtr="0" forceAA="0" compatLnSpc="1">
            <a:prstTxWarp prst="textNoShape">
              <a:avLst/>
            </a:prstTxWarp>
            <a:normAutofit/>
          </a:bodyPr>
          <a:lstStyle/>
          <a:p>
            <a:pPr algn="ctr"/>
            <a:endParaRPr lang="en-US" sz="1600" dirty="0" err="1"/>
          </a:p>
        </p:txBody>
      </p:sp>
      <p:sp>
        <p:nvSpPr>
          <p:cNvPr id="15" name="Rectangle 14"/>
          <p:cNvSpPr/>
          <p:nvPr/>
        </p:nvSpPr>
        <p:spPr>
          <a:xfrm>
            <a:off x="6998399" y="165371"/>
            <a:ext cx="2145603" cy="431049"/>
          </a:xfrm>
          <a:custGeom>
            <a:avLst/>
            <a:gdLst>
              <a:gd name="connsiteX0" fmla="*/ 0 w 1714597"/>
              <a:gd name="connsiteY0" fmla="*/ 0 h 216131"/>
              <a:gd name="connsiteX1" fmla="*/ 1714597 w 1714597"/>
              <a:gd name="connsiteY1" fmla="*/ 0 h 216131"/>
              <a:gd name="connsiteX2" fmla="*/ 1714597 w 1714597"/>
              <a:gd name="connsiteY2" fmla="*/ 216131 h 216131"/>
              <a:gd name="connsiteX3" fmla="*/ 0 w 1714597"/>
              <a:gd name="connsiteY3" fmla="*/ 216131 h 216131"/>
              <a:gd name="connsiteX4" fmla="*/ 0 w 1714597"/>
              <a:gd name="connsiteY4" fmla="*/ 0 h 216131"/>
              <a:gd name="connsiteX0" fmla="*/ 0 w 1714597"/>
              <a:gd name="connsiteY0" fmla="*/ 0 h 216131"/>
              <a:gd name="connsiteX1" fmla="*/ 1714597 w 1714597"/>
              <a:gd name="connsiteY1" fmla="*/ 0 h 216131"/>
              <a:gd name="connsiteX2" fmla="*/ 1714597 w 1714597"/>
              <a:gd name="connsiteY2" fmla="*/ 216131 h 216131"/>
              <a:gd name="connsiteX3" fmla="*/ 52387 w 1714597"/>
              <a:gd name="connsiteY3" fmla="*/ 213750 h 216131"/>
              <a:gd name="connsiteX4" fmla="*/ 0 w 1714597"/>
              <a:gd name="connsiteY4" fmla="*/ 0 h 216131"/>
              <a:gd name="connsiteX0" fmla="*/ 0 w 1714597"/>
              <a:gd name="connsiteY0" fmla="*/ 0 h 216131"/>
              <a:gd name="connsiteX1" fmla="*/ 1714597 w 1714597"/>
              <a:gd name="connsiteY1" fmla="*/ 0 h 216131"/>
              <a:gd name="connsiteX2" fmla="*/ 1714597 w 1714597"/>
              <a:gd name="connsiteY2" fmla="*/ 216131 h 216131"/>
              <a:gd name="connsiteX3" fmla="*/ 416719 w 1714597"/>
              <a:gd name="connsiteY3" fmla="*/ 213750 h 216131"/>
              <a:gd name="connsiteX4" fmla="*/ 0 w 1714597"/>
              <a:gd name="connsiteY4" fmla="*/ 0 h 216131"/>
              <a:gd name="connsiteX0" fmla="*/ 0 w 1714597"/>
              <a:gd name="connsiteY0" fmla="*/ 0 h 218512"/>
              <a:gd name="connsiteX1" fmla="*/ 1714597 w 1714597"/>
              <a:gd name="connsiteY1" fmla="*/ 0 h 218512"/>
              <a:gd name="connsiteX2" fmla="*/ 1714597 w 1714597"/>
              <a:gd name="connsiteY2" fmla="*/ 216131 h 218512"/>
              <a:gd name="connsiteX3" fmla="*/ 16669 w 1714597"/>
              <a:gd name="connsiteY3" fmla="*/ 218512 h 218512"/>
              <a:gd name="connsiteX4" fmla="*/ 0 w 1714597"/>
              <a:gd name="connsiteY4" fmla="*/ 0 h 218512"/>
              <a:gd name="connsiteX0" fmla="*/ 0 w 2145603"/>
              <a:gd name="connsiteY0" fmla="*/ 0 h 268518"/>
              <a:gd name="connsiteX1" fmla="*/ 2145603 w 2145603"/>
              <a:gd name="connsiteY1" fmla="*/ 50006 h 268518"/>
              <a:gd name="connsiteX2" fmla="*/ 2145603 w 2145603"/>
              <a:gd name="connsiteY2" fmla="*/ 266137 h 268518"/>
              <a:gd name="connsiteX3" fmla="*/ 447675 w 2145603"/>
              <a:gd name="connsiteY3" fmla="*/ 268518 h 268518"/>
              <a:gd name="connsiteX4" fmla="*/ 0 w 2145603"/>
              <a:gd name="connsiteY4" fmla="*/ 0 h 268518"/>
              <a:gd name="connsiteX0" fmla="*/ 0 w 2145603"/>
              <a:gd name="connsiteY0" fmla="*/ 0 h 323287"/>
              <a:gd name="connsiteX1" fmla="*/ 2145603 w 2145603"/>
              <a:gd name="connsiteY1" fmla="*/ 50006 h 323287"/>
              <a:gd name="connsiteX2" fmla="*/ 2145603 w 2145603"/>
              <a:gd name="connsiteY2" fmla="*/ 266137 h 323287"/>
              <a:gd name="connsiteX3" fmla="*/ 545306 w 2145603"/>
              <a:gd name="connsiteY3" fmla="*/ 323287 h 323287"/>
              <a:gd name="connsiteX4" fmla="*/ 0 w 2145603"/>
              <a:gd name="connsiteY4" fmla="*/ 0 h 323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5603" h="323287">
                <a:moveTo>
                  <a:pt x="0" y="0"/>
                </a:moveTo>
                <a:lnTo>
                  <a:pt x="2145603" y="50006"/>
                </a:lnTo>
                <a:lnTo>
                  <a:pt x="2145603" y="266137"/>
                </a:lnTo>
                <a:lnTo>
                  <a:pt x="545306" y="323287"/>
                </a:lnTo>
                <a:lnTo>
                  <a:pt x="0" y="0"/>
                </a:lnTo>
                <a:close/>
              </a:path>
            </a:pathLst>
          </a:custGeom>
          <a:solidFill>
            <a:schemeClr val="bg1"/>
          </a:solidFill>
          <a:ln w="12700">
            <a:noFill/>
          </a:ln>
        </p:spPr>
        <p:txBody>
          <a:bodyPr rot="0" spcFirstLastPara="0" vertOverflow="overflow" horzOverflow="overflow" vert="horz" wrap="none" lIns="91440" tIns="45720" rIns="91440" bIns="45720" numCol="1" spcCol="0" rtlCol="0" fromWordArt="0" anchor="ctr" anchorCtr="0" forceAA="0" compatLnSpc="1">
            <a:prstTxWarp prst="textNoShape">
              <a:avLst/>
            </a:prstTxWarp>
            <a:normAutofit/>
          </a:bodyPr>
          <a:lstStyle/>
          <a:p>
            <a:pPr algn="ctr"/>
            <a:endParaRPr lang="en-US" sz="1600" dirty="0" err="1"/>
          </a:p>
        </p:txBody>
      </p:sp>
      <p:sp>
        <p:nvSpPr>
          <p:cNvPr id="6" name="Rectangle 5"/>
          <p:cNvSpPr/>
          <p:nvPr/>
        </p:nvSpPr>
        <p:spPr>
          <a:xfrm>
            <a:off x="6617494" y="215900"/>
            <a:ext cx="452437" cy="473075"/>
          </a:xfrm>
          <a:prstGeom prst="rect">
            <a:avLst/>
          </a:prstGeom>
          <a:solidFill>
            <a:schemeClr val="bg1"/>
          </a:solidFill>
          <a:ln w="12700">
            <a:noFill/>
          </a:ln>
        </p:spPr>
        <p:txBody>
          <a:bodyPr rot="0" spcFirstLastPara="0" vertOverflow="overflow" horzOverflow="overflow" vert="horz" wrap="none" lIns="91440" tIns="45720" rIns="91440" bIns="45720" numCol="1" spcCol="0" rtlCol="0" fromWordArt="0" anchor="ctr" anchorCtr="0" forceAA="0" compatLnSpc="1">
            <a:prstTxWarp prst="textNoShape">
              <a:avLst/>
            </a:prstTxWarp>
            <a:normAutofit/>
          </a:bodyPr>
          <a:lstStyle/>
          <a:p>
            <a:pPr algn="ctr"/>
            <a:endParaRPr lang="en-US" sz="1600" dirty="0" err="1"/>
          </a:p>
        </p:txBody>
      </p:sp>
      <p:sp>
        <p:nvSpPr>
          <p:cNvPr id="14" name="Round Single Corner Rectangle 13"/>
          <p:cNvSpPr/>
          <p:nvPr/>
        </p:nvSpPr>
        <p:spPr>
          <a:xfrm flipV="1">
            <a:off x="0" y="1637523"/>
            <a:ext cx="6542116" cy="2843568"/>
          </a:xfrm>
          <a:prstGeom prst="round1Rect">
            <a:avLst>
              <a:gd name="adj" fmla="val 13390"/>
            </a:avLst>
          </a:prstGeom>
          <a:solidFill>
            <a:schemeClr val="accent2"/>
          </a:solidFill>
          <a:ln w="12700">
            <a:noFill/>
          </a:ln>
        </p:spPr>
        <p:txBody>
          <a:bodyPr rot="0" spcFirstLastPara="0" vert="horz" wrap="none" lIns="91440" tIns="45720" rIns="91440" bIns="45720" numCol="1" spcCol="0" rtlCol="0" fromWordArt="0" anchor="ctr" anchorCtr="0" forceAA="0" compatLnSpc="1">
            <a:prstTxWarp prst="textNoShape">
              <a:avLst/>
            </a:prstTxWarp>
            <a:normAutofit/>
          </a:bodyPr>
          <a:lstStyle>
            <a:defPPr>
              <a:defRPr lang="en-US"/>
            </a:defPPr>
            <a:lvl1pPr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pPr algn="ctr"/>
            <a:endParaRPr lang="en-US" sz="1600" dirty="0" err="1"/>
          </a:p>
        </p:txBody>
      </p:sp>
      <p:pic>
        <p:nvPicPr>
          <p:cNvPr id="21" name="Picture 20"/>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197803" y="1871506"/>
            <a:ext cx="1103472" cy="615749"/>
          </a:xfrm>
          <a:prstGeom prst="rect">
            <a:avLst/>
          </a:prstGeom>
          <a:noFill/>
          <a:ln>
            <a:noFill/>
          </a:ln>
        </p:spPr>
      </p:pic>
      <p:sp>
        <p:nvSpPr>
          <p:cNvPr id="9" name="Title 6"/>
          <p:cNvSpPr>
            <a:spLocks noGrp="1"/>
          </p:cNvSpPr>
          <p:nvPr>
            <p:ph type="title"/>
          </p:nvPr>
        </p:nvSpPr>
        <p:spPr>
          <a:xfrm>
            <a:off x="281597" y="3012137"/>
            <a:ext cx="5793003" cy="550840"/>
          </a:xfrm>
          <a:prstGeom prst="rect">
            <a:avLst/>
          </a:prstGeom>
        </p:spPr>
        <p:txBody>
          <a:bodyPr/>
          <a:lstStyle>
            <a:lvl1pPr algn="l">
              <a:defRPr b="1" baseline="0">
                <a:solidFill>
                  <a:schemeClr val="bg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82360" y="3562977"/>
            <a:ext cx="5792500" cy="399440"/>
          </a:xfrm>
          <a:prstGeom prst="rect">
            <a:avLst/>
          </a:prstGeom>
        </p:spPr>
        <p:txBody>
          <a:bodyPr/>
          <a:lstStyle>
            <a:lvl1pPr algn="l">
              <a:buFontTx/>
              <a:buNone/>
              <a:defRPr sz="1800">
                <a:solidFill>
                  <a:schemeClr val="bg1"/>
                </a:solidFill>
                <a:latin typeface="Arial" pitchFamily="34" charset="0"/>
                <a:cs typeface="Arial" pitchFamily="34" charset="0"/>
              </a:defRPr>
            </a:lvl1pPr>
          </a:lstStyle>
          <a:p>
            <a:pPr lvl="0"/>
            <a:r>
              <a:rPr lang="en-US"/>
              <a:t>Click to edit Master text styles</a:t>
            </a:r>
          </a:p>
        </p:txBody>
      </p:sp>
      <p:sp>
        <p:nvSpPr>
          <p:cNvPr id="11" name="Text Placeholder 9"/>
          <p:cNvSpPr>
            <a:spLocks noGrp="1"/>
          </p:cNvSpPr>
          <p:nvPr>
            <p:ph type="body" sz="quarter" idx="14"/>
          </p:nvPr>
        </p:nvSpPr>
        <p:spPr>
          <a:xfrm>
            <a:off x="282360" y="3973436"/>
            <a:ext cx="5792500" cy="232291"/>
          </a:xfrm>
          <a:prstGeom prst="rect">
            <a:avLst/>
          </a:prstGeom>
        </p:spPr>
        <p:txBody>
          <a:bodyPr/>
          <a:lstStyle>
            <a:lvl1pPr algn="l">
              <a:buFontTx/>
              <a:buNone/>
              <a:defRPr sz="1100" baseline="0">
                <a:solidFill>
                  <a:schemeClr val="bg1"/>
                </a:solidFill>
                <a:latin typeface="Arial" pitchFamily="34" charset="0"/>
                <a:cs typeface="Arial" pitchFamily="34" charset="0"/>
              </a:defRPr>
            </a:lvl1pPr>
          </a:lstStyle>
          <a:p>
            <a:pPr lvl="0"/>
            <a:r>
              <a:rPr lang="en-US"/>
              <a:t>Click to edit Master text styles</a:t>
            </a:r>
          </a:p>
        </p:txBody>
      </p:sp>
      <p:pic>
        <p:nvPicPr>
          <p:cNvPr id="18" name="Picture 17"/>
          <p:cNvPicPr>
            <a:picLocks/>
          </p:cNvPicPr>
          <p:nvPr/>
        </p:nvPicPr>
        <p:blipFill>
          <a:blip r:embed="rId3" cstate="screen">
            <a:extLst>
              <a:ext uri="{28A0092B-C50C-407E-A947-70E740481C1C}">
                <a14:useLocalDpi xmlns:a14="http://schemas.microsoft.com/office/drawing/2010/main"/>
              </a:ext>
            </a:extLst>
          </a:blip>
          <a:stretch>
            <a:fillRect/>
          </a:stretch>
        </p:blipFill>
        <p:spPr>
          <a:xfrm>
            <a:off x="6872862" y="5213099"/>
            <a:ext cx="2095835" cy="1255387"/>
          </a:xfrm>
          <a:prstGeom prst="rect">
            <a:avLst/>
          </a:prstGeom>
        </p:spPr>
      </p:pic>
    </p:spTree>
    <p:extLst>
      <p:ext uri="{BB962C8B-B14F-4D97-AF65-F5344CB8AC3E}">
        <p14:creationId xmlns:p14="http://schemas.microsoft.com/office/powerpoint/2010/main" val="790078022"/>
      </p:ext>
    </p:extLst>
  </p:cSld>
  <p:clrMapOvr>
    <a:masterClrMapping/>
  </p:clrMapOvr>
  <p:transition>
    <p:fade/>
  </p:transition>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W - Text with Subtitle Slide">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a:xfrm>
            <a:off x="376086" y="1202268"/>
            <a:ext cx="8451850" cy="427577"/>
          </a:xfrm>
          <a:prstGeom prst="rect">
            <a:avLst/>
          </a:prstGeom>
        </p:spPr>
        <p:txBody>
          <a:bodyPr anchor="ctr" anchorCtr="0"/>
          <a:lstStyle>
            <a:lvl1pPr marL="0" indent="0">
              <a:buNone/>
              <a:defRPr sz="2200" b="1" i="0"/>
            </a:lvl1pPr>
          </a:lstStyle>
          <a:p>
            <a:pPr lvl="0"/>
            <a:r>
              <a:rPr lang="en-US"/>
              <a:t>Click to edit Master text styles</a:t>
            </a:r>
          </a:p>
        </p:txBody>
      </p:sp>
      <p:sp>
        <p:nvSpPr>
          <p:cNvPr id="11" name="Title Placeholder 1"/>
          <p:cNvSpPr>
            <a:spLocks noGrp="1"/>
          </p:cNvSpPr>
          <p:nvPr>
            <p:ph type="title"/>
          </p:nvPr>
        </p:nvSpPr>
        <p:spPr bwMode="auto">
          <a:xfrm>
            <a:off x="344321" y="171451"/>
            <a:ext cx="8580438" cy="859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lvl1pPr>
              <a:lnSpc>
                <a:spcPct val="90000"/>
              </a:lnSpc>
              <a:defRPr sz="2600"/>
            </a:lvl1pPr>
          </a:lstStyle>
          <a:p>
            <a:pPr lvl="0"/>
            <a:r>
              <a:rPr lang="en-US"/>
              <a:t>Click to edit Master title style</a:t>
            </a:r>
            <a:endParaRPr lang="en-US" dirty="0"/>
          </a:p>
        </p:txBody>
      </p:sp>
      <p:sp>
        <p:nvSpPr>
          <p:cNvPr id="12" name="Content Placeholder 9"/>
          <p:cNvSpPr>
            <a:spLocks noGrp="1"/>
          </p:cNvSpPr>
          <p:nvPr>
            <p:ph sz="quarter" idx="12"/>
          </p:nvPr>
        </p:nvSpPr>
        <p:spPr>
          <a:xfrm>
            <a:off x="501444" y="1670165"/>
            <a:ext cx="8295970" cy="4597401"/>
          </a:xfrm>
        </p:spPr>
        <p:txBody>
          <a:bodyPr/>
          <a:lstStyle>
            <a:lvl1pPr marL="173038" indent="-173038">
              <a:spcAft>
                <a:spcPts val="900"/>
              </a:spcAft>
              <a:defRPr sz="2000"/>
            </a:lvl1pPr>
            <a:lvl2pPr marL="457200" indent="-228600">
              <a:spcAft>
                <a:spcPts val="900"/>
              </a:spcAft>
              <a:buFontTx/>
              <a:buChar char="–"/>
              <a:defRPr sz="1800"/>
            </a:lvl2pPr>
            <a:lvl3pPr>
              <a:spcAft>
                <a:spcPts val="900"/>
              </a:spcAft>
              <a:buFontTx/>
              <a:buChar char="–"/>
              <a:defRPr sz="1600"/>
            </a:lvl3pPr>
            <a:lvl4pPr>
              <a:spcAft>
                <a:spcPts val="900"/>
              </a:spcAft>
              <a:buFontTx/>
              <a:buChar char="–"/>
              <a:defRPr/>
            </a:lvl4pPr>
            <a:lvl6pPr>
              <a:spcAft>
                <a:spcPts val="900"/>
              </a:spcAft>
              <a:buFontTx/>
              <a:buChar cha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53103118"/>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W - Text without Subtitle Slide">
    <p:spTree>
      <p:nvGrpSpPr>
        <p:cNvPr id="1" name=""/>
        <p:cNvGrpSpPr/>
        <p:nvPr/>
      </p:nvGrpSpPr>
      <p:grpSpPr>
        <a:xfrm>
          <a:off x="0" y="0"/>
          <a:ext cx="0" cy="0"/>
          <a:chOff x="0" y="0"/>
          <a:chExt cx="0" cy="0"/>
        </a:xfrm>
      </p:grpSpPr>
      <p:sp>
        <p:nvSpPr>
          <p:cNvPr id="11" name="Title Placeholder 1"/>
          <p:cNvSpPr>
            <a:spLocks noGrp="1"/>
          </p:cNvSpPr>
          <p:nvPr>
            <p:ph type="title"/>
          </p:nvPr>
        </p:nvSpPr>
        <p:spPr bwMode="auto">
          <a:xfrm>
            <a:off x="344321" y="171451"/>
            <a:ext cx="8580438" cy="859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lvl1pPr>
              <a:lnSpc>
                <a:spcPct val="90000"/>
              </a:lnSpc>
              <a:defRPr/>
            </a:lvl1pPr>
          </a:lstStyle>
          <a:p>
            <a:pPr lvl="0"/>
            <a:r>
              <a:rPr lang="en-US"/>
              <a:t>Click to edit Master title style</a:t>
            </a:r>
            <a:endParaRPr lang="en-US" dirty="0"/>
          </a:p>
        </p:txBody>
      </p:sp>
      <p:sp>
        <p:nvSpPr>
          <p:cNvPr id="7" name="Content Placeholder 9"/>
          <p:cNvSpPr>
            <a:spLocks noGrp="1"/>
          </p:cNvSpPr>
          <p:nvPr>
            <p:ph sz="quarter" idx="12"/>
          </p:nvPr>
        </p:nvSpPr>
        <p:spPr>
          <a:xfrm>
            <a:off x="501444" y="1202267"/>
            <a:ext cx="8295970" cy="5109635"/>
          </a:xfrm>
        </p:spPr>
        <p:txBody>
          <a:bodyPr/>
          <a:lstStyle>
            <a:lvl1pPr marL="173038" indent="-173038">
              <a:spcAft>
                <a:spcPts val="900"/>
              </a:spcAft>
              <a:defRPr sz="2000"/>
            </a:lvl1pPr>
            <a:lvl2pPr marL="457200" indent="-228600">
              <a:spcAft>
                <a:spcPts val="900"/>
              </a:spcAft>
              <a:buFontTx/>
              <a:buChar char="–"/>
              <a:defRPr sz="1800"/>
            </a:lvl2pPr>
            <a:lvl3pPr>
              <a:spcAft>
                <a:spcPts val="900"/>
              </a:spcAft>
              <a:buFontTx/>
              <a:buChar char="–"/>
              <a:defRPr sz="1600"/>
            </a:lvl3pPr>
            <a:lvl4pPr>
              <a:spcAft>
                <a:spcPts val="900"/>
              </a:spcAft>
              <a:buFontTx/>
              <a:buChar char="–"/>
              <a:defRPr/>
            </a:lvl4pPr>
            <a:lvl6pPr>
              <a:spcAft>
                <a:spcPts val="900"/>
              </a:spcAft>
              <a:buFontTx/>
              <a:buChar cha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4803910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5278600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W - Two Column Text Slide">
    <p:spTree>
      <p:nvGrpSpPr>
        <p:cNvPr id="1" name=""/>
        <p:cNvGrpSpPr/>
        <p:nvPr/>
      </p:nvGrpSpPr>
      <p:grpSpPr>
        <a:xfrm>
          <a:off x="0" y="0"/>
          <a:ext cx="0" cy="0"/>
          <a:chOff x="0" y="0"/>
          <a:chExt cx="0" cy="0"/>
        </a:xfrm>
      </p:grpSpPr>
      <p:sp>
        <p:nvSpPr>
          <p:cNvPr id="8" name="Title Placeholder 1"/>
          <p:cNvSpPr>
            <a:spLocks noGrp="1"/>
          </p:cNvSpPr>
          <p:nvPr>
            <p:ph type="title"/>
          </p:nvPr>
        </p:nvSpPr>
        <p:spPr bwMode="auto">
          <a:xfrm>
            <a:off x="344321" y="171451"/>
            <a:ext cx="8580438" cy="859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lvl1pPr>
              <a:lnSpc>
                <a:spcPct val="90000"/>
              </a:lnSpc>
              <a:defRPr/>
            </a:lvl1pPr>
          </a:lstStyle>
          <a:p>
            <a:pPr lvl="0"/>
            <a:r>
              <a:rPr lang="en-US"/>
              <a:t>Click to edit Master title style</a:t>
            </a:r>
            <a:endParaRPr lang="en-US" dirty="0"/>
          </a:p>
        </p:txBody>
      </p:sp>
      <p:sp>
        <p:nvSpPr>
          <p:cNvPr id="11" name="Content Placeholder 9"/>
          <p:cNvSpPr>
            <a:spLocks noGrp="1"/>
          </p:cNvSpPr>
          <p:nvPr>
            <p:ph sz="quarter" idx="12"/>
          </p:nvPr>
        </p:nvSpPr>
        <p:spPr>
          <a:xfrm>
            <a:off x="501445" y="1202267"/>
            <a:ext cx="4063181" cy="5087512"/>
          </a:xfrm>
        </p:spPr>
        <p:txBody>
          <a:bodyPr>
            <a:normAutofit/>
          </a:bodyPr>
          <a:lstStyle>
            <a:lvl1pPr marL="173038" indent="-173038">
              <a:spcAft>
                <a:spcPts val="900"/>
              </a:spcAft>
              <a:defRPr sz="2000"/>
            </a:lvl1pPr>
            <a:lvl2pPr marL="457200" indent="-228600">
              <a:spcAft>
                <a:spcPts val="900"/>
              </a:spcAft>
              <a:buFontTx/>
              <a:buChar char="–"/>
              <a:defRPr sz="1800"/>
            </a:lvl2pPr>
            <a:lvl3pPr>
              <a:spcAft>
                <a:spcPts val="900"/>
              </a:spcAft>
              <a:buFontTx/>
              <a:buChar char="–"/>
              <a:defRPr sz="1600"/>
            </a:lvl3pPr>
            <a:lvl4pPr>
              <a:spcAft>
                <a:spcPts val="900"/>
              </a:spcAft>
              <a:buFontTx/>
              <a:buChar char="–"/>
              <a:defRPr sz="1600"/>
            </a:lvl4pPr>
            <a:lvl6pPr>
              <a:spcAft>
                <a:spcPts val="900"/>
              </a:spcAft>
              <a:buFontTx/>
              <a:buChar char="–"/>
              <a:defRPr sz="16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9"/>
          <p:cNvSpPr>
            <a:spLocks noGrp="1"/>
          </p:cNvSpPr>
          <p:nvPr>
            <p:ph sz="quarter" idx="13"/>
          </p:nvPr>
        </p:nvSpPr>
        <p:spPr>
          <a:xfrm>
            <a:off x="4776018" y="1202267"/>
            <a:ext cx="4063181" cy="5087512"/>
          </a:xfrm>
        </p:spPr>
        <p:txBody>
          <a:bodyPr>
            <a:normAutofit/>
          </a:bodyPr>
          <a:lstStyle>
            <a:lvl1pPr marL="173038" indent="-173038">
              <a:spcAft>
                <a:spcPts val="900"/>
              </a:spcAft>
              <a:defRPr sz="2000"/>
            </a:lvl1pPr>
            <a:lvl2pPr marL="457200" indent="-228600">
              <a:spcAft>
                <a:spcPts val="900"/>
              </a:spcAft>
              <a:buFontTx/>
              <a:buChar char="–"/>
              <a:defRPr sz="1800"/>
            </a:lvl2pPr>
            <a:lvl3pPr>
              <a:spcAft>
                <a:spcPts val="900"/>
              </a:spcAft>
              <a:buFontTx/>
              <a:buChar char="–"/>
              <a:defRPr sz="1600"/>
            </a:lvl3pPr>
            <a:lvl4pPr>
              <a:spcAft>
                <a:spcPts val="900"/>
              </a:spcAft>
              <a:buFontTx/>
              <a:buChar char="–"/>
              <a:defRPr sz="1600"/>
            </a:lvl4pPr>
            <a:lvl6pPr>
              <a:spcAft>
                <a:spcPts val="900"/>
              </a:spcAft>
              <a:buFontTx/>
              <a:buChar char="–"/>
              <a:defRPr sz="16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6803348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W - Chart Slide">
    <p:spTree>
      <p:nvGrpSpPr>
        <p:cNvPr id="1" name=""/>
        <p:cNvGrpSpPr/>
        <p:nvPr/>
      </p:nvGrpSpPr>
      <p:grpSpPr>
        <a:xfrm>
          <a:off x="0" y="0"/>
          <a:ext cx="0" cy="0"/>
          <a:chOff x="0" y="0"/>
          <a:chExt cx="0" cy="0"/>
        </a:xfrm>
      </p:grpSpPr>
      <p:sp>
        <p:nvSpPr>
          <p:cNvPr id="6" name="Chart Placeholder 5"/>
          <p:cNvSpPr>
            <a:spLocks noGrp="1"/>
          </p:cNvSpPr>
          <p:nvPr>
            <p:ph type="chart" sz="quarter" idx="12"/>
          </p:nvPr>
        </p:nvSpPr>
        <p:spPr>
          <a:xfrm>
            <a:off x="404813" y="1714500"/>
            <a:ext cx="8399462" cy="4148139"/>
          </a:xfrm>
          <a:prstGeom prst="rect">
            <a:avLst/>
          </a:prstGeom>
        </p:spPr>
        <p:txBody>
          <a:bodyPr/>
          <a:lstStyle>
            <a:lvl1pPr marL="0" indent="0">
              <a:buNone/>
              <a:defRPr/>
            </a:lvl1pPr>
          </a:lstStyle>
          <a:p>
            <a:r>
              <a:rPr lang="en-US"/>
              <a:t>Click icon to add chart</a:t>
            </a:r>
            <a:endParaRPr lang="en-CA"/>
          </a:p>
        </p:txBody>
      </p:sp>
      <p:sp>
        <p:nvSpPr>
          <p:cNvPr id="9" name="Title Placeholder 1"/>
          <p:cNvSpPr>
            <a:spLocks noGrp="1"/>
          </p:cNvSpPr>
          <p:nvPr>
            <p:ph type="title"/>
          </p:nvPr>
        </p:nvSpPr>
        <p:spPr bwMode="auto">
          <a:xfrm>
            <a:off x="344321" y="171451"/>
            <a:ext cx="8580438" cy="859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lvl1pPr>
              <a:lnSpc>
                <a:spcPct val="90000"/>
              </a:lnSpc>
              <a:defRPr/>
            </a:lvl1pPr>
          </a:lstStyle>
          <a:p>
            <a:pPr lvl="0"/>
            <a:r>
              <a:rPr lang="en-US"/>
              <a:t>Click to edit Master title style</a:t>
            </a:r>
            <a:endParaRPr lang="en-US" dirty="0"/>
          </a:p>
        </p:txBody>
      </p:sp>
      <p:sp>
        <p:nvSpPr>
          <p:cNvPr id="10" name="Text Placeholder 5"/>
          <p:cNvSpPr>
            <a:spLocks noGrp="1"/>
          </p:cNvSpPr>
          <p:nvPr>
            <p:ph type="body" sz="quarter" idx="11"/>
          </p:nvPr>
        </p:nvSpPr>
        <p:spPr>
          <a:xfrm>
            <a:off x="376086" y="1202268"/>
            <a:ext cx="8451850" cy="427577"/>
          </a:xfrm>
          <a:prstGeom prst="rect">
            <a:avLst/>
          </a:prstGeom>
        </p:spPr>
        <p:txBody>
          <a:bodyPr anchor="ctr" anchorCtr="0"/>
          <a:lstStyle>
            <a:lvl1pPr marL="0" indent="0">
              <a:buNone/>
              <a:defRPr sz="2200" b="1" i="0"/>
            </a:lvl1pPr>
          </a:lstStyle>
          <a:p>
            <a:pPr lvl="0"/>
            <a:r>
              <a:rPr lang="en-US"/>
              <a:t>Click to edit Master text styles</a:t>
            </a:r>
          </a:p>
        </p:txBody>
      </p:sp>
    </p:spTree>
    <p:extLst>
      <p:ext uri="{BB962C8B-B14F-4D97-AF65-F5344CB8AC3E}">
        <p14:creationId xmlns:p14="http://schemas.microsoft.com/office/powerpoint/2010/main" val="228880614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W - Table Slide">
    <p:spTree>
      <p:nvGrpSpPr>
        <p:cNvPr id="1" name=""/>
        <p:cNvGrpSpPr/>
        <p:nvPr/>
      </p:nvGrpSpPr>
      <p:grpSpPr>
        <a:xfrm>
          <a:off x="0" y="0"/>
          <a:ext cx="0" cy="0"/>
          <a:chOff x="0" y="0"/>
          <a:chExt cx="0" cy="0"/>
        </a:xfrm>
      </p:grpSpPr>
      <p:sp>
        <p:nvSpPr>
          <p:cNvPr id="4" name="Title Placeholder 1"/>
          <p:cNvSpPr>
            <a:spLocks noGrp="1"/>
          </p:cNvSpPr>
          <p:nvPr>
            <p:ph type="title"/>
          </p:nvPr>
        </p:nvSpPr>
        <p:spPr bwMode="auto">
          <a:xfrm>
            <a:off x="344321" y="171451"/>
            <a:ext cx="8580438" cy="859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lvl1pPr>
              <a:lnSpc>
                <a:spcPct val="90000"/>
              </a:lnSpc>
              <a:defRPr/>
            </a:lvl1pPr>
          </a:lstStyle>
          <a:p>
            <a:pPr lvl="0"/>
            <a:r>
              <a:rPr lang="en-US"/>
              <a:t>Click to edit Master title style</a:t>
            </a:r>
            <a:endParaRPr lang="en-US" dirty="0"/>
          </a:p>
        </p:txBody>
      </p:sp>
      <p:sp>
        <p:nvSpPr>
          <p:cNvPr id="7" name="Table Placeholder 5"/>
          <p:cNvSpPr>
            <a:spLocks noGrp="1"/>
          </p:cNvSpPr>
          <p:nvPr>
            <p:ph type="tbl" sz="quarter" idx="10"/>
          </p:nvPr>
        </p:nvSpPr>
        <p:spPr>
          <a:xfrm>
            <a:off x="439738" y="1267885"/>
            <a:ext cx="8283575" cy="4768849"/>
          </a:xfrm>
        </p:spPr>
        <p:txBody>
          <a:bodyPr/>
          <a:lstStyle/>
          <a:p>
            <a:r>
              <a:rPr lang="en-US"/>
              <a:t>Click icon to add table</a:t>
            </a:r>
            <a:endParaRPr lang="en-CA" dirty="0"/>
          </a:p>
        </p:txBody>
      </p:sp>
    </p:spTree>
    <p:extLst>
      <p:ext uri="{BB962C8B-B14F-4D97-AF65-F5344CB8AC3E}">
        <p14:creationId xmlns:p14="http://schemas.microsoft.com/office/powerpoint/2010/main" val="1664260564"/>
      </p:ext>
    </p:extLst>
  </p:cSld>
  <p:clrMapOvr>
    <a:masterClrMapping/>
  </p:clrMapOvr>
  <p:transition>
    <p:fade/>
  </p:transition>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W - Custom Layout_3">
    <p:spTree>
      <p:nvGrpSpPr>
        <p:cNvPr id="1" name=""/>
        <p:cNvGrpSpPr/>
        <p:nvPr/>
      </p:nvGrpSpPr>
      <p:grpSpPr>
        <a:xfrm>
          <a:off x="0" y="0"/>
          <a:ext cx="0" cy="0"/>
          <a:chOff x="0" y="0"/>
          <a:chExt cx="0" cy="0"/>
        </a:xfrm>
      </p:grpSpPr>
      <p:sp>
        <p:nvSpPr>
          <p:cNvPr id="8" name="Title Placeholder 1"/>
          <p:cNvSpPr>
            <a:spLocks noGrp="1"/>
          </p:cNvSpPr>
          <p:nvPr>
            <p:ph type="title"/>
          </p:nvPr>
        </p:nvSpPr>
        <p:spPr bwMode="auto">
          <a:xfrm>
            <a:off x="344321" y="171451"/>
            <a:ext cx="8580438" cy="859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lvl1pPr>
              <a:lnSpc>
                <a:spcPct val="90000"/>
              </a:lnSpc>
              <a:defRPr/>
            </a:lvl1pPr>
          </a:lstStyle>
          <a:p>
            <a:pPr lvl="0"/>
            <a:r>
              <a:rPr lang="en-US"/>
              <a:t>Click to edit Master title style</a:t>
            </a:r>
            <a:endParaRPr lang="en-US" dirty="0"/>
          </a:p>
        </p:txBody>
      </p:sp>
      <p:sp>
        <p:nvSpPr>
          <p:cNvPr id="11" name="Content Placeholder 9"/>
          <p:cNvSpPr>
            <a:spLocks noGrp="1"/>
          </p:cNvSpPr>
          <p:nvPr>
            <p:ph sz="quarter" idx="12"/>
          </p:nvPr>
        </p:nvSpPr>
        <p:spPr>
          <a:xfrm>
            <a:off x="438624" y="1813567"/>
            <a:ext cx="4063181" cy="4356143"/>
          </a:xfrm>
          <a:ln>
            <a:solidFill>
              <a:schemeClr val="accent3"/>
            </a:solidFill>
          </a:ln>
        </p:spPr>
        <p:txBody>
          <a:bodyPr>
            <a:normAutofit/>
          </a:bodyPr>
          <a:lstStyle>
            <a:lvl1pPr marL="228600" indent="-173038">
              <a:spcAft>
                <a:spcPts val="900"/>
              </a:spcAft>
              <a:defRPr sz="2000"/>
            </a:lvl1pPr>
            <a:lvl2pPr marL="457200" indent="-228600">
              <a:spcAft>
                <a:spcPts val="900"/>
              </a:spcAft>
              <a:buFontTx/>
              <a:buChar char="–"/>
              <a:defRPr sz="1800"/>
            </a:lvl2pPr>
            <a:lvl3pPr>
              <a:spcAft>
                <a:spcPts val="900"/>
              </a:spcAft>
              <a:buFontTx/>
              <a:buChar char="–"/>
              <a:defRPr sz="1600"/>
            </a:lvl3pPr>
            <a:lvl4pPr>
              <a:spcAft>
                <a:spcPts val="900"/>
              </a:spcAft>
              <a:buFontTx/>
              <a:buChar char="–"/>
              <a:defRPr sz="1600"/>
            </a:lvl4pPr>
            <a:lvl6pPr>
              <a:spcAft>
                <a:spcPts val="900"/>
              </a:spcAft>
              <a:buFontTx/>
              <a:buChar char="–"/>
              <a:defRPr sz="16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9"/>
          <p:cNvSpPr>
            <a:spLocks noGrp="1"/>
          </p:cNvSpPr>
          <p:nvPr>
            <p:ph sz="quarter" idx="13"/>
          </p:nvPr>
        </p:nvSpPr>
        <p:spPr>
          <a:xfrm>
            <a:off x="4713199" y="1813567"/>
            <a:ext cx="4049326" cy="4356143"/>
          </a:xfrm>
          <a:ln>
            <a:solidFill>
              <a:schemeClr val="accent3"/>
            </a:solidFill>
          </a:ln>
        </p:spPr>
        <p:txBody>
          <a:bodyPr>
            <a:normAutofit/>
          </a:bodyPr>
          <a:lstStyle>
            <a:lvl1pPr marL="228600" indent="-173038">
              <a:spcAft>
                <a:spcPts val="900"/>
              </a:spcAft>
              <a:defRPr sz="2000"/>
            </a:lvl1pPr>
            <a:lvl2pPr marL="457200" indent="-228600">
              <a:spcAft>
                <a:spcPts val="900"/>
              </a:spcAft>
              <a:buFontTx/>
              <a:buChar char="–"/>
              <a:defRPr sz="1800"/>
            </a:lvl2pPr>
            <a:lvl3pPr>
              <a:spcAft>
                <a:spcPts val="900"/>
              </a:spcAft>
              <a:buFontTx/>
              <a:buChar char="–"/>
              <a:defRPr sz="1600"/>
            </a:lvl3pPr>
            <a:lvl4pPr>
              <a:spcAft>
                <a:spcPts val="900"/>
              </a:spcAft>
              <a:buFontTx/>
              <a:buChar char="–"/>
              <a:defRPr sz="1600"/>
            </a:lvl4pPr>
            <a:lvl6pPr>
              <a:spcAft>
                <a:spcPts val="900"/>
              </a:spcAft>
              <a:buFontTx/>
              <a:buChar char="–"/>
              <a:defRPr sz="16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5"/>
          <p:cNvSpPr>
            <a:spLocks noGrp="1"/>
          </p:cNvSpPr>
          <p:nvPr>
            <p:ph type="body" sz="quarter" idx="14" hasCustomPrompt="1"/>
          </p:nvPr>
        </p:nvSpPr>
        <p:spPr>
          <a:xfrm>
            <a:off x="432480" y="1297518"/>
            <a:ext cx="4070350" cy="518583"/>
          </a:xfrm>
          <a:solidFill>
            <a:schemeClr val="accent2"/>
          </a:solidFill>
          <a:ln>
            <a:noFill/>
          </a:ln>
        </p:spPr>
        <p:txBody>
          <a:bodyPr anchor="ctr">
            <a:noAutofit/>
          </a:bodyPr>
          <a:lstStyle>
            <a:lvl1pPr algn="ctr">
              <a:buNone/>
              <a:defRPr sz="2000">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stStyle>
          <a:p>
            <a:pPr lvl="0"/>
            <a:r>
              <a:rPr lang="en-US"/>
              <a:t>Highlights</a:t>
            </a:r>
            <a:endParaRPr lang="en-CA"/>
          </a:p>
        </p:txBody>
      </p:sp>
      <p:sp>
        <p:nvSpPr>
          <p:cNvPr id="7" name="Text Placeholder 5"/>
          <p:cNvSpPr>
            <a:spLocks noGrp="1"/>
          </p:cNvSpPr>
          <p:nvPr>
            <p:ph type="body" sz="quarter" idx="15" hasCustomPrompt="1"/>
          </p:nvPr>
        </p:nvSpPr>
        <p:spPr>
          <a:xfrm>
            <a:off x="4701621" y="1297518"/>
            <a:ext cx="4070350" cy="518583"/>
          </a:xfrm>
          <a:solidFill>
            <a:schemeClr val="accent2"/>
          </a:solidFill>
          <a:ln>
            <a:noFill/>
          </a:ln>
        </p:spPr>
        <p:txBody>
          <a:bodyPr anchor="ctr"/>
          <a:lstStyle>
            <a:lvl1pPr algn="ctr">
              <a:buNone/>
              <a:defRPr sz="2000">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stStyle>
          <a:p>
            <a:pPr lvl="0"/>
            <a:r>
              <a:rPr lang="en-US"/>
              <a:t>Issues</a:t>
            </a:r>
            <a:endParaRPr lang="en-CA"/>
          </a:p>
        </p:txBody>
      </p:sp>
    </p:spTree>
    <p:extLst>
      <p:ext uri="{BB962C8B-B14F-4D97-AF65-F5344CB8AC3E}">
        <p14:creationId xmlns:p14="http://schemas.microsoft.com/office/powerpoint/2010/main" val="2091370589"/>
      </p:ext>
    </p:extLst>
  </p:cSld>
  <p:clrMapOvr>
    <a:masterClrMapping/>
  </p:clrMapOvr>
  <p:transition>
    <p:fade/>
  </p:transition>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Tree>
    <p:extLst>
      <p:ext uri="{BB962C8B-B14F-4D97-AF65-F5344CB8AC3E}">
        <p14:creationId xmlns:p14="http://schemas.microsoft.com/office/powerpoint/2010/main" val="2570016100"/>
      </p:ext>
    </p:extLst>
  </p:cSld>
  <p:clrMapOvr>
    <a:masterClrMapping/>
  </p:clrMapOvr>
  <p:transition>
    <p:fade/>
  </p:transition>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W - Thank You Slide">
    <p:spTree>
      <p:nvGrpSpPr>
        <p:cNvPr id="1" name=""/>
        <p:cNvGrpSpPr/>
        <p:nvPr/>
      </p:nvGrpSpPr>
      <p:grpSpPr>
        <a:xfrm>
          <a:off x="0" y="0"/>
          <a:ext cx="0" cy="0"/>
          <a:chOff x="0" y="0"/>
          <a:chExt cx="0" cy="0"/>
        </a:xfrm>
      </p:grpSpPr>
      <p:sp>
        <p:nvSpPr>
          <p:cNvPr id="9" name="Rectangle 8"/>
          <p:cNvSpPr/>
          <p:nvPr/>
        </p:nvSpPr>
        <p:spPr>
          <a:xfrm>
            <a:off x="1" y="-1"/>
            <a:ext cx="9143999" cy="6857999"/>
          </a:xfrm>
          <a:prstGeom prst="rect">
            <a:avLst/>
          </a:prstGeom>
          <a:solidFill>
            <a:schemeClr val="bg1"/>
          </a:solidFill>
          <a:ln w="12700">
            <a:noFill/>
          </a:ln>
        </p:spPr>
        <p:txBody>
          <a:bodyPr rot="0" spcFirstLastPara="0" vertOverflow="overflow" horzOverflow="overflow" vert="horz" wrap="none" lIns="91440" tIns="45720" rIns="91440" bIns="45720" numCol="1" spcCol="0" rtlCol="0" fromWordArt="0" anchor="ctr" anchorCtr="0" forceAA="0" compatLnSpc="1">
            <a:prstTxWarp prst="textNoShape">
              <a:avLst/>
            </a:prstTxWarp>
            <a:normAutofit/>
          </a:bodyPr>
          <a:lstStyle/>
          <a:p>
            <a:pPr algn="ctr"/>
            <a:endParaRPr lang="en-US" sz="1600" dirty="0" err="1"/>
          </a:p>
        </p:txBody>
      </p:sp>
      <p:sp>
        <p:nvSpPr>
          <p:cNvPr id="4" name="Title 6"/>
          <p:cNvSpPr txBox="1">
            <a:spLocks/>
          </p:cNvSpPr>
          <p:nvPr/>
        </p:nvSpPr>
        <p:spPr bwMode="auto">
          <a:xfrm>
            <a:off x="1573329" y="3104765"/>
            <a:ext cx="2070414" cy="550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2800" b="1" kern="1200" baseline="0">
                <a:solidFill>
                  <a:schemeClr val="tx1"/>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2800" b="1">
                <a:solidFill>
                  <a:schemeClr val="accent1"/>
                </a:solidFill>
                <a:latin typeface="Arial" charset="0"/>
                <a:ea typeface="ＭＳ Ｐゴシック" charset="0"/>
              </a:defRPr>
            </a:lvl2pPr>
            <a:lvl3pPr algn="l" rtl="0" eaLnBrk="1" fontAlgn="base" hangingPunct="1">
              <a:spcBef>
                <a:spcPct val="0"/>
              </a:spcBef>
              <a:spcAft>
                <a:spcPct val="0"/>
              </a:spcAft>
              <a:defRPr sz="2800" b="1">
                <a:solidFill>
                  <a:schemeClr val="accent1"/>
                </a:solidFill>
                <a:latin typeface="Arial" charset="0"/>
                <a:ea typeface="ＭＳ Ｐゴシック" charset="0"/>
              </a:defRPr>
            </a:lvl3pPr>
            <a:lvl4pPr algn="l" rtl="0" eaLnBrk="1" fontAlgn="base" hangingPunct="1">
              <a:spcBef>
                <a:spcPct val="0"/>
              </a:spcBef>
              <a:spcAft>
                <a:spcPct val="0"/>
              </a:spcAft>
              <a:defRPr sz="2800" b="1">
                <a:solidFill>
                  <a:schemeClr val="accent1"/>
                </a:solidFill>
                <a:latin typeface="Arial" charset="0"/>
                <a:ea typeface="ＭＳ Ｐゴシック" charset="0"/>
              </a:defRPr>
            </a:lvl4pPr>
            <a:lvl5pPr algn="l" rtl="0" eaLnBrk="1" fontAlgn="base" hangingPunct="1">
              <a:spcBef>
                <a:spcPct val="0"/>
              </a:spcBef>
              <a:spcAft>
                <a:spcPct val="0"/>
              </a:spcAft>
              <a:defRPr sz="2800" b="1">
                <a:solidFill>
                  <a:schemeClr val="accent1"/>
                </a:solidFill>
                <a:latin typeface="Arial" charset="0"/>
                <a:ea typeface="ＭＳ Ｐゴシック" charset="0"/>
              </a:defRPr>
            </a:lvl5pPr>
            <a:lvl6pPr marL="457200" algn="l" rtl="0" eaLnBrk="1" fontAlgn="base" hangingPunct="1">
              <a:spcBef>
                <a:spcPct val="0"/>
              </a:spcBef>
              <a:spcAft>
                <a:spcPct val="0"/>
              </a:spcAft>
              <a:defRPr sz="2800" b="1">
                <a:solidFill>
                  <a:schemeClr val="accent1"/>
                </a:solidFill>
                <a:latin typeface="Arial" charset="0"/>
                <a:ea typeface="ＭＳ Ｐゴシック" charset="0"/>
              </a:defRPr>
            </a:lvl6pPr>
            <a:lvl7pPr marL="914400" algn="l" rtl="0" eaLnBrk="1" fontAlgn="base" hangingPunct="1">
              <a:spcBef>
                <a:spcPct val="0"/>
              </a:spcBef>
              <a:spcAft>
                <a:spcPct val="0"/>
              </a:spcAft>
              <a:defRPr sz="2800" b="1">
                <a:solidFill>
                  <a:schemeClr val="accent1"/>
                </a:solidFill>
                <a:latin typeface="Arial" charset="0"/>
                <a:ea typeface="ＭＳ Ｐゴシック" charset="0"/>
              </a:defRPr>
            </a:lvl7pPr>
            <a:lvl8pPr marL="1371600" algn="l" rtl="0" eaLnBrk="1" fontAlgn="base" hangingPunct="1">
              <a:spcBef>
                <a:spcPct val="0"/>
              </a:spcBef>
              <a:spcAft>
                <a:spcPct val="0"/>
              </a:spcAft>
              <a:defRPr sz="2800" b="1">
                <a:solidFill>
                  <a:schemeClr val="accent1"/>
                </a:solidFill>
                <a:latin typeface="Arial" charset="0"/>
                <a:ea typeface="ＭＳ Ｐゴシック" charset="0"/>
              </a:defRPr>
            </a:lvl8pPr>
            <a:lvl9pPr marL="1828800" algn="l" rtl="0" eaLnBrk="1" fontAlgn="base" hangingPunct="1">
              <a:spcBef>
                <a:spcPct val="0"/>
              </a:spcBef>
              <a:spcAft>
                <a:spcPct val="0"/>
              </a:spcAft>
              <a:defRPr sz="2800" b="1">
                <a:solidFill>
                  <a:schemeClr val="accent1"/>
                </a:solidFill>
                <a:latin typeface="Arial" charset="0"/>
                <a:ea typeface="ＭＳ Ｐゴシック" charset="0"/>
              </a:defRPr>
            </a:lvl9pPr>
          </a:lstStyle>
          <a:p>
            <a:pPr defTabSz="914400"/>
            <a:r>
              <a:rPr lang="en-US" dirty="0"/>
              <a:t>Thank You</a:t>
            </a:r>
          </a:p>
        </p:txBody>
      </p:sp>
      <p:sp>
        <p:nvSpPr>
          <p:cNvPr id="5" name="Rectangle 4"/>
          <p:cNvSpPr/>
          <p:nvPr/>
        </p:nvSpPr>
        <p:spPr>
          <a:xfrm>
            <a:off x="3622964" y="3132116"/>
            <a:ext cx="5521036" cy="405411"/>
          </a:xfrm>
          <a:prstGeom prst="rect">
            <a:avLst/>
          </a:prstGeom>
          <a:solidFill>
            <a:schemeClr val="accent2"/>
          </a:solidFill>
          <a:ln w="12700">
            <a:noFill/>
          </a:ln>
        </p:spPr>
        <p:txBody>
          <a:bodyPr rot="0" spcFirstLastPara="0" vertOverflow="overflow" horzOverflow="overflow" vert="horz" wrap="none" lIns="91440" tIns="45720" rIns="91440" bIns="45720" numCol="1" spcCol="0" rtlCol="0" fromWordArt="0" anchor="ctr" anchorCtr="0" forceAA="0" compatLnSpc="1">
            <a:prstTxWarp prst="textNoShape">
              <a:avLst/>
            </a:prstTxWarp>
            <a:normAutofit/>
          </a:bodyPr>
          <a:lstStyle/>
          <a:p>
            <a:pPr algn="ctr"/>
            <a:endParaRPr lang="en-US" sz="1600" dirty="0" err="1"/>
          </a:p>
        </p:txBody>
      </p:sp>
      <p:pic>
        <p:nvPicPr>
          <p:cNvPr id="6" name="Picture 5"/>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136246" y="4542831"/>
            <a:ext cx="1105392" cy="822903"/>
          </a:xfrm>
          <a:prstGeom prst="rect">
            <a:avLst/>
          </a:prstGeom>
        </p:spPr>
      </p:pic>
      <p:pic>
        <p:nvPicPr>
          <p:cNvPr id="8" name="Picture 7"/>
          <p:cNvPicPr>
            <a:picLocks/>
          </p:cNvPicPr>
          <p:nvPr/>
        </p:nvPicPr>
        <p:blipFill>
          <a:blip r:embed="rId3" cstate="screen">
            <a:extLst>
              <a:ext uri="{28A0092B-C50C-407E-A947-70E740481C1C}">
                <a14:useLocalDpi xmlns:a14="http://schemas.microsoft.com/office/drawing/2010/main"/>
              </a:ext>
            </a:extLst>
          </a:blip>
          <a:stretch>
            <a:fillRect/>
          </a:stretch>
        </p:blipFill>
        <p:spPr>
          <a:xfrm>
            <a:off x="6872862" y="5213099"/>
            <a:ext cx="2095835" cy="1255387"/>
          </a:xfrm>
          <a:prstGeom prst="rect">
            <a:avLst/>
          </a:prstGeom>
        </p:spPr>
      </p:pic>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Title 6"/>
          <p:cNvSpPr txBox="1">
            <a:spLocks/>
          </p:cNvSpPr>
          <p:nvPr userDrawn="1"/>
        </p:nvSpPr>
        <p:spPr bwMode="auto">
          <a:xfrm>
            <a:off x="541167" y="2135100"/>
            <a:ext cx="7238607" cy="550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2800" b="1" kern="1200" baseline="0">
                <a:solidFill>
                  <a:schemeClr val="tx1"/>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2800" b="1">
                <a:solidFill>
                  <a:schemeClr val="accent1"/>
                </a:solidFill>
                <a:latin typeface="Arial" charset="0"/>
                <a:ea typeface="ＭＳ Ｐゴシック" charset="0"/>
              </a:defRPr>
            </a:lvl2pPr>
            <a:lvl3pPr algn="l" rtl="0" eaLnBrk="1" fontAlgn="base" hangingPunct="1">
              <a:spcBef>
                <a:spcPct val="0"/>
              </a:spcBef>
              <a:spcAft>
                <a:spcPct val="0"/>
              </a:spcAft>
              <a:defRPr sz="2800" b="1">
                <a:solidFill>
                  <a:schemeClr val="accent1"/>
                </a:solidFill>
                <a:latin typeface="Arial" charset="0"/>
                <a:ea typeface="ＭＳ Ｐゴシック" charset="0"/>
              </a:defRPr>
            </a:lvl3pPr>
            <a:lvl4pPr algn="l" rtl="0" eaLnBrk="1" fontAlgn="base" hangingPunct="1">
              <a:spcBef>
                <a:spcPct val="0"/>
              </a:spcBef>
              <a:spcAft>
                <a:spcPct val="0"/>
              </a:spcAft>
              <a:defRPr sz="2800" b="1">
                <a:solidFill>
                  <a:schemeClr val="accent1"/>
                </a:solidFill>
                <a:latin typeface="Arial" charset="0"/>
                <a:ea typeface="ＭＳ Ｐゴシック" charset="0"/>
              </a:defRPr>
            </a:lvl4pPr>
            <a:lvl5pPr algn="l" rtl="0" eaLnBrk="1" fontAlgn="base" hangingPunct="1">
              <a:spcBef>
                <a:spcPct val="0"/>
              </a:spcBef>
              <a:spcAft>
                <a:spcPct val="0"/>
              </a:spcAft>
              <a:defRPr sz="2800" b="1">
                <a:solidFill>
                  <a:schemeClr val="accent1"/>
                </a:solidFill>
                <a:latin typeface="Arial" charset="0"/>
                <a:ea typeface="ＭＳ Ｐゴシック" charset="0"/>
              </a:defRPr>
            </a:lvl5pPr>
            <a:lvl6pPr marL="457200" algn="l" rtl="0" eaLnBrk="1" fontAlgn="base" hangingPunct="1">
              <a:spcBef>
                <a:spcPct val="0"/>
              </a:spcBef>
              <a:spcAft>
                <a:spcPct val="0"/>
              </a:spcAft>
              <a:defRPr sz="2800" b="1">
                <a:solidFill>
                  <a:schemeClr val="accent1"/>
                </a:solidFill>
                <a:latin typeface="Arial" charset="0"/>
                <a:ea typeface="ＭＳ Ｐゴシック" charset="0"/>
              </a:defRPr>
            </a:lvl6pPr>
            <a:lvl7pPr marL="914400" algn="l" rtl="0" eaLnBrk="1" fontAlgn="base" hangingPunct="1">
              <a:spcBef>
                <a:spcPct val="0"/>
              </a:spcBef>
              <a:spcAft>
                <a:spcPct val="0"/>
              </a:spcAft>
              <a:defRPr sz="2800" b="1">
                <a:solidFill>
                  <a:schemeClr val="accent1"/>
                </a:solidFill>
                <a:latin typeface="Arial" charset="0"/>
                <a:ea typeface="ＭＳ Ｐゴシック" charset="0"/>
              </a:defRPr>
            </a:lvl7pPr>
            <a:lvl8pPr marL="1371600" algn="l" rtl="0" eaLnBrk="1" fontAlgn="base" hangingPunct="1">
              <a:spcBef>
                <a:spcPct val="0"/>
              </a:spcBef>
              <a:spcAft>
                <a:spcPct val="0"/>
              </a:spcAft>
              <a:defRPr sz="2800" b="1">
                <a:solidFill>
                  <a:schemeClr val="accent1"/>
                </a:solidFill>
                <a:latin typeface="Arial" charset="0"/>
                <a:ea typeface="ＭＳ Ｐゴシック" charset="0"/>
              </a:defRPr>
            </a:lvl8pPr>
            <a:lvl9pPr marL="1828800" algn="l" rtl="0" eaLnBrk="1" fontAlgn="base" hangingPunct="1">
              <a:spcBef>
                <a:spcPct val="0"/>
              </a:spcBef>
              <a:spcAft>
                <a:spcPct val="0"/>
              </a:spcAft>
              <a:defRPr sz="2800" b="1">
                <a:solidFill>
                  <a:schemeClr val="accent1"/>
                </a:solidFill>
                <a:latin typeface="Arial" charset="0"/>
                <a:ea typeface="ＭＳ Ｐゴシック" charset="0"/>
              </a:defRPr>
            </a:lvl9pPr>
          </a:lstStyle>
          <a:p>
            <a:pPr defTabSz="914400"/>
            <a:r>
              <a:rPr lang="en-US" dirty="0"/>
              <a:t>Thank You</a:t>
            </a:r>
          </a:p>
        </p:txBody>
      </p:sp>
    </p:spTree>
    <p:extLst>
      <p:ext uri="{BB962C8B-B14F-4D97-AF65-F5344CB8AC3E}">
        <p14:creationId xmlns:p14="http://schemas.microsoft.com/office/powerpoint/2010/main" val="4121420764"/>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W - Presentation Title Slid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Title 6"/>
          <p:cNvSpPr>
            <a:spLocks noGrp="1"/>
          </p:cNvSpPr>
          <p:nvPr>
            <p:ph type="title"/>
          </p:nvPr>
        </p:nvSpPr>
        <p:spPr>
          <a:xfrm>
            <a:off x="541167" y="2135100"/>
            <a:ext cx="7238607" cy="550840"/>
          </a:xfrm>
          <a:prstGeom prst="rect">
            <a:avLst/>
          </a:prstGeom>
        </p:spPr>
        <p:txBody>
          <a:bodyPr/>
          <a:lstStyle>
            <a:lvl1pPr algn="l">
              <a:defRPr b="1" baseline="0">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541932" y="2685940"/>
            <a:ext cx="7237978" cy="399440"/>
          </a:xfrm>
          <a:prstGeom prst="rect">
            <a:avLst/>
          </a:prstGeom>
        </p:spPr>
        <p:txBody>
          <a:bodyPr/>
          <a:lstStyle>
            <a:lvl1pPr algn="l">
              <a:buFontTx/>
              <a:buNone/>
              <a:defRPr sz="1800">
                <a:solidFill>
                  <a:schemeClr val="tx1"/>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3806029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W - Title and Text with Wav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858000" y="6460958"/>
            <a:ext cx="762000" cy="365125"/>
          </a:xfrm>
          <a:prstGeom prst="rect">
            <a:avLst/>
          </a:prstGeom>
        </p:spPr>
        <p:txBody>
          <a:bodyPr/>
          <a:lstStyle/>
          <a:p>
            <a:fld id="{3C86A928-D8F1-439E-B904-8032EDBDCFC6}" type="slidenum">
              <a:rPr lang="en-US" smtClean="0"/>
              <a:pPr/>
              <a:t>‹#›</a:t>
            </a:fld>
            <a:endParaRPr lang="en-US"/>
          </a:p>
        </p:txBody>
      </p:sp>
      <p:sp>
        <p:nvSpPr>
          <p:cNvPr id="2" name="Title 1"/>
          <p:cNvSpPr>
            <a:spLocks noGrp="1"/>
          </p:cNvSpPr>
          <p:nvPr>
            <p:ph type="title"/>
          </p:nvPr>
        </p:nvSpPr>
        <p:spPr>
          <a:xfrm>
            <a:off x="548640" y="236223"/>
            <a:ext cx="8138160" cy="761682"/>
          </a:xfrm>
        </p:spPr>
        <p:txBody>
          <a:bodyPr/>
          <a:lstStyle/>
          <a:p>
            <a:r>
              <a:rPr lang="en-US"/>
              <a:t>Click to edit Master title style</a:t>
            </a:r>
          </a:p>
        </p:txBody>
      </p:sp>
      <p:sp>
        <p:nvSpPr>
          <p:cNvPr id="5" name="Footer Placeholder 4"/>
          <p:cNvSpPr>
            <a:spLocks noGrp="1"/>
          </p:cNvSpPr>
          <p:nvPr>
            <p:ph type="ftr" sz="quarter" idx="11"/>
          </p:nvPr>
        </p:nvSpPr>
        <p:spPr>
          <a:xfrm>
            <a:off x="548640" y="6460958"/>
            <a:ext cx="2813304" cy="365125"/>
          </a:xfrm>
          <a:prstGeom prst="rect">
            <a:avLst/>
          </a:prstGeom>
        </p:spPr>
        <p:txBody>
          <a:bodyPr/>
          <a:lstStyle>
            <a:lvl1pPr algn="l">
              <a:defRPr/>
            </a:lvl1pPr>
          </a:lstStyle>
          <a:p>
            <a:r>
              <a:rPr lang="en-US"/>
              <a:t>Sierra Wireless Proprietary and Confidential</a:t>
            </a:r>
          </a:p>
        </p:txBody>
      </p:sp>
      <p:sp>
        <p:nvSpPr>
          <p:cNvPr id="9" name="Text Placeholder 15"/>
          <p:cNvSpPr>
            <a:spLocks noGrp="1"/>
          </p:cNvSpPr>
          <p:nvPr>
            <p:ph type="body" sz="quarter" idx="13"/>
          </p:nvPr>
        </p:nvSpPr>
        <p:spPr>
          <a:xfrm>
            <a:off x="457201" y="1063753"/>
            <a:ext cx="8247888" cy="5081015"/>
          </a:xfrm>
        </p:spPr>
        <p:txBody>
          <a:bodyPr/>
          <a:lstStyle/>
          <a:p>
            <a:pPr lvl="0"/>
            <a:r>
              <a:rPr lang="en-US"/>
              <a:t>Click to edit Master text styles</a:t>
            </a:r>
          </a:p>
          <a:p>
            <a:pPr lvl="1"/>
            <a:r>
              <a:rPr lang="en-US"/>
              <a:t>Second level</a:t>
            </a:r>
          </a:p>
          <a:p>
            <a:pPr lvl="2"/>
            <a:r>
              <a:rPr lang="en-US"/>
              <a:t>Third level</a:t>
            </a:r>
          </a:p>
        </p:txBody>
      </p:sp>
      <p:pic>
        <p:nvPicPr>
          <p:cNvPr id="8" name="Picture 7" descr="WaveLarge_CoolGray11.png"/>
          <p:cNvPicPr>
            <a:picLocks noChangeAspect="1"/>
          </p:cNvPicPr>
          <p:nvPr userDrawn="1"/>
        </p:nvPicPr>
        <p:blipFill>
          <a:blip r:embed="rId2" cstate="screen">
            <a:alphaModFix amt="20000"/>
          </a:blip>
          <a:srcRect/>
          <a:stretch>
            <a:fillRect/>
          </a:stretch>
        </p:blipFill>
        <p:spPr>
          <a:xfrm>
            <a:off x="5943600" y="2514600"/>
            <a:ext cx="3200400" cy="3330846"/>
          </a:xfrm>
          <a:prstGeom prst="rect">
            <a:avLst/>
          </a:prstGeom>
        </p:spPr>
      </p:pic>
    </p:spTree>
    <p:extLst>
      <p:ext uri="{BB962C8B-B14F-4D97-AF65-F5344CB8AC3E}">
        <p14:creationId xmlns:p14="http://schemas.microsoft.com/office/powerpoint/2010/main" val="3941999662"/>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W - Sub-Section Slide">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6"/>
          <p:cNvSpPr>
            <a:spLocks noGrp="1"/>
          </p:cNvSpPr>
          <p:nvPr>
            <p:ph type="title"/>
          </p:nvPr>
        </p:nvSpPr>
        <p:spPr>
          <a:xfrm>
            <a:off x="541167" y="2135100"/>
            <a:ext cx="7238607" cy="550840"/>
          </a:xfrm>
          <a:prstGeom prst="rect">
            <a:avLst/>
          </a:prstGeom>
        </p:spPr>
        <p:txBody>
          <a:bodyPr/>
          <a:lstStyle>
            <a:lvl1pPr algn="l">
              <a:defRPr b="1" baseline="0">
                <a:solidFill>
                  <a:schemeClr val="accent2"/>
                </a:solidFill>
              </a:defRPr>
            </a:lvl1pPr>
          </a:lstStyle>
          <a:p>
            <a:r>
              <a:rPr lang="en-US"/>
              <a:t>Click to edit Master title style</a:t>
            </a:r>
            <a:endParaRPr lang="en-US" dirty="0"/>
          </a:p>
        </p:txBody>
      </p:sp>
    </p:spTree>
    <p:extLst>
      <p:ext uri="{BB962C8B-B14F-4D97-AF65-F5344CB8AC3E}">
        <p14:creationId xmlns:p14="http://schemas.microsoft.com/office/powerpoint/2010/main" val="4215669504"/>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SW - Text with Subtitle Slide">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a:xfrm>
            <a:off x="400050" y="1055574"/>
            <a:ext cx="8451850" cy="427577"/>
          </a:xfrm>
        </p:spPr>
        <p:txBody>
          <a:bodyPr anchor="ctr" anchorCtr="0"/>
          <a:lstStyle>
            <a:lvl1pPr>
              <a:defRPr sz="2200" b="1" i="0"/>
            </a:lvl1pPr>
          </a:lstStyle>
          <a:p>
            <a:pPr lvl="0"/>
            <a:r>
              <a:rPr lang="en-US" dirty="0"/>
              <a:t>Click to edit Master text styles</a:t>
            </a:r>
            <a:endParaRPr lang="en-CA" dirty="0"/>
          </a:p>
        </p:txBody>
      </p:sp>
      <p:sp>
        <p:nvSpPr>
          <p:cNvPr id="11" name="Title Placeholder 1"/>
          <p:cNvSpPr>
            <a:spLocks noGrp="1"/>
          </p:cNvSpPr>
          <p:nvPr>
            <p:ph type="title"/>
          </p:nvPr>
        </p:nvSpPr>
        <p:spPr bwMode="auto">
          <a:xfrm>
            <a:off x="344321" y="86003"/>
            <a:ext cx="8580438" cy="865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lnSpc>
                <a:spcPct val="100000"/>
              </a:lnSpc>
              <a:defRPr/>
            </a:lvl1pPr>
          </a:lstStyle>
          <a:p>
            <a:pPr lvl="0"/>
            <a:r>
              <a:rPr lang="en-US" dirty="0"/>
              <a:t>Click to edit Master title style</a:t>
            </a:r>
          </a:p>
        </p:txBody>
      </p:sp>
      <p:sp>
        <p:nvSpPr>
          <p:cNvPr id="5" name="Text Placeholder 3"/>
          <p:cNvSpPr>
            <a:spLocks noGrp="1"/>
          </p:cNvSpPr>
          <p:nvPr>
            <p:ph type="body" sz="quarter" idx="10"/>
          </p:nvPr>
        </p:nvSpPr>
        <p:spPr>
          <a:xfrm>
            <a:off x="398834" y="1581555"/>
            <a:ext cx="8453336" cy="4687360"/>
          </a:xfrm>
        </p:spPr>
        <p:txBody>
          <a:bodyPr/>
          <a:lstStyle>
            <a:lvl1pPr marL="233363" indent="-233363">
              <a:lnSpc>
                <a:spcPct val="85000"/>
              </a:lnSpc>
              <a:spcBef>
                <a:spcPts val="0"/>
              </a:spcBef>
              <a:spcAft>
                <a:spcPts val="1400"/>
              </a:spcAft>
              <a:buClr>
                <a:schemeClr val="accent2"/>
              </a:buClr>
              <a:buFont typeface="Arial" pitchFamily="34" charset="0"/>
              <a:buChar char="•"/>
              <a:defRPr sz="2000">
                <a:solidFill>
                  <a:schemeClr val="tx1"/>
                </a:solidFill>
              </a:defRPr>
            </a:lvl1pPr>
            <a:lvl2pPr marL="457200" indent="-223838">
              <a:lnSpc>
                <a:spcPct val="85000"/>
              </a:lnSpc>
              <a:spcBef>
                <a:spcPts val="0"/>
              </a:spcBef>
              <a:spcAft>
                <a:spcPts val="1400"/>
              </a:spcAft>
              <a:buSzPct val="100000"/>
              <a:buFont typeface="Arial" pitchFamily="34" charset="0"/>
              <a:buChar char="–"/>
              <a:defRPr sz="1800"/>
            </a:lvl2pPr>
            <a:lvl3pPr marL="631825" indent="-174625">
              <a:lnSpc>
                <a:spcPct val="85000"/>
              </a:lnSpc>
              <a:spcBef>
                <a:spcPts val="0"/>
              </a:spcBef>
              <a:spcAft>
                <a:spcPts val="1400"/>
              </a:spcAft>
              <a:defRPr sz="1600"/>
            </a:lvl3pPr>
            <a:lvl4pPr marL="744538" indent="-169863" algn="l">
              <a:lnSpc>
                <a:spcPct val="85000"/>
              </a:lnSpc>
              <a:spcBef>
                <a:spcPts val="0"/>
              </a:spcBef>
              <a:spcAft>
                <a:spcPts val="1200"/>
              </a:spcAft>
              <a:buFont typeface="Arial" pitchFamily="34" charset="0"/>
              <a:buChar char="‒"/>
              <a:defRPr baseline="0"/>
            </a:lvl4pPr>
            <a:lvl5pPr marL="914400" indent="-169863">
              <a:lnSpc>
                <a:spcPct val="85000"/>
              </a:lnSpc>
              <a:spcBef>
                <a:spcPts val="0"/>
              </a:spcBef>
              <a:spcAft>
                <a:spcPts val="1200"/>
              </a:spcAft>
              <a:buClr>
                <a:schemeClr val="accent2"/>
              </a:buClr>
              <a:buFont typeface="Arial" pitchFamily="34" charset="0"/>
              <a:buChar char="‒"/>
              <a:defRPr lang="en-US" sz="1600" kern="1200" dirty="0" smtClean="0">
                <a:solidFill>
                  <a:srgbClr val="000000"/>
                </a:solidFill>
                <a:latin typeface="+mn-lt"/>
                <a:ea typeface="ＭＳ Ｐゴシック" charset="0"/>
                <a:cs typeface="Arial" pitchFamily="34" charset="0"/>
              </a:defRPr>
            </a:lvl5pPr>
            <a:lvl6pPr marL="1084263" indent="-169863">
              <a:lnSpc>
                <a:spcPct val="85000"/>
              </a:lnSpc>
              <a:spcBef>
                <a:spcPts val="0"/>
              </a:spcBef>
              <a:spcAft>
                <a:spcPts val="1200"/>
              </a:spcAft>
              <a:buClr>
                <a:schemeClr val="accent2"/>
              </a:buClr>
              <a:buFont typeface="Arial" pitchFamily="34" charset="0"/>
              <a:buChar char="‒"/>
              <a:defRPr sz="1600"/>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sz="1600" kern="1200" dirty="0">
                <a:solidFill>
                  <a:srgbClr val="000000"/>
                </a:solidFill>
                <a:latin typeface="Arial" pitchFamily="34" charset="0"/>
                <a:ea typeface="ＭＳ Ｐゴシック" charset="0"/>
                <a:cs typeface="Arial" pitchFamily="34" charset="0"/>
              </a:rPr>
              <a:t>Fifth level</a:t>
            </a:r>
          </a:p>
          <a:p>
            <a:pPr lvl="5"/>
            <a:r>
              <a:rPr lang="en-US" dirty="0"/>
              <a:t>Sixth level</a:t>
            </a:r>
          </a:p>
          <a:p>
            <a:pPr lvl="3"/>
            <a:endParaRPr lang="en-US" dirty="0"/>
          </a:p>
        </p:txBody>
      </p:sp>
    </p:spTree>
    <p:extLst>
      <p:ext uri="{BB962C8B-B14F-4D97-AF65-F5344CB8AC3E}">
        <p14:creationId xmlns:p14="http://schemas.microsoft.com/office/powerpoint/2010/main" val="238414879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SW - Text without Subtitle Slide">
    <p:spTree>
      <p:nvGrpSpPr>
        <p:cNvPr id="1" name=""/>
        <p:cNvGrpSpPr/>
        <p:nvPr/>
      </p:nvGrpSpPr>
      <p:grpSpPr>
        <a:xfrm>
          <a:off x="0" y="0"/>
          <a:ext cx="0" cy="0"/>
          <a:chOff x="0" y="0"/>
          <a:chExt cx="0" cy="0"/>
        </a:xfrm>
      </p:grpSpPr>
      <p:sp>
        <p:nvSpPr>
          <p:cNvPr id="11" name="Title Placeholder 1"/>
          <p:cNvSpPr>
            <a:spLocks noGrp="1"/>
          </p:cNvSpPr>
          <p:nvPr>
            <p:ph type="title"/>
          </p:nvPr>
        </p:nvSpPr>
        <p:spPr bwMode="auto">
          <a:xfrm>
            <a:off x="344321" y="86003"/>
            <a:ext cx="8580438" cy="865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lnSpc>
                <a:spcPct val="100000"/>
              </a:lnSpc>
              <a:defRPr/>
            </a:lvl1pPr>
          </a:lstStyle>
          <a:p>
            <a:pPr lvl="0"/>
            <a:r>
              <a:rPr lang="en-US" dirty="0"/>
              <a:t>Click to edit Master title style</a:t>
            </a:r>
          </a:p>
        </p:txBody>
      </p:sp>
      <p:sp>
        <p:nvSpPr>
          <p:cNvPr id="4" name="Text Placeholder 3"/>
          <p:cNvSpPr>
            <a:spLocks noGrp="1"/>
          </p:cNvSpPr>
          <p:nvPr>
            <p:ph type="body" sz="quarter" idx="10"/>
          </p:nvPr>
        </p:nvSpPr>
        <p:spPr>
          <a:xfrm>
            <a:off x="398834" y="1107831"/>
            <a:ext cx="8453336" cy="5161084"/>
          </a:xfrm>
        </p:spPr>
        <p:txBody>
          <a:bodyPr/>
          <a:lstStyle>
            <a:lvl1pPr marL="233363" indent="-233363">
              <a:lnSpc>
                <a:spcPct val="85000"/>
              </a:lnSpc>
              <a:spcBef>
                <a:spcPts val="0"/>
              </a:spcBef>
              <a:spcAft>
                <a:spcPts val="1400"/>
              </a:spcAft>
              <a:buClr>
                <a:schemeClr val="accent2"/>
              </a:buClr>
              <a:buFont typeface="Arial" pitchFamily="34" charset="0"/>
              <a:buChar char="•"/>
              <a:defRPr sz="2000">
                <a:solidFill>
                  <a:schemeClr val="tx1"/>
                </a:solidFill>
              </a:defRPr>
            </a:lvl1pPr>
            <a:lvl2pPr marL="457200" indent="-223838">
              <a:lnSpc>
                <a:spcPct val="85000"/>
              </a:lnSpc>
              <a:spcBef>
                <a:spcPts val="0"/>
              </a:spcBef>
              <a:spcAft>
                <a:spcPts val="1400"/>
              </a:spcAft>
              <a:buSzPct val="100000"/>
              <a:buFont typeface="Arial" pitchFamily="34" charset="0"/>
              <a:buChar char="–"/>
              <a:defRPr sz="1800"/>
            </a:lvl2pPr>
            <a:lvl3pPr marL="631825" indent="-174625">
              <a:lnSpc>
                <a:spcPct val="85000"/>
              </a:lnSpc>
              <a:spcBef>
                <a:spcPts val="0"/>
              </a:spcBef>
              <a:spcAft>
                <a:spcPts val="1400"/>
              </a:spcAft>
              <a:defRPr sz="1600"/>
            </a:lvl3pPr>
            <a:lvl4pPr marL="744538" indent="-169863" algn="l">
              <a:lnSpc>
                <a:spcPct val="85000"/>
              </a:lnSpc>
              <a:spcBef>
                <a:spcPts val="0"/>
              </a:spcBef>
              <a:spcAft>
                <a:spcPts val="1200"/>
              </a:spcAft>
              <a:buFont typeface="Arial" pitchFamily="34" charset="0"/>
              <a:buChar char="‒"/>
              <a:defRPr baseline="0"/>
            </a:lvl4pPr>
            <a:lvl5pPr marL="914400" indent="-169863">
              <a:lnSpc>
                <a:spcPct val="85000"/>
              </a:lnSpc>
              <a:spcBef>
                <a:spcPts val="0"/>
              </a:spcBef>
              <a:spcAft>
                <a:spcPts val="1200"/>
              </a:spcAft>
              <a:buClr>
                <a:schemeClr val="accent2"/>
              </a:buClr>
              <a:buFont typeface="Arial" pitchFamily="34" charset="0"/>
              <a:buChar char="‒"/>
              <a:defRPr lang="en-US" sz="1600" kern="1200" dirty="0" smtClean="0">
                <a:solidFill>
                  <a:srgbClr val="000000"/>
                </a:solidFill>
                <a:latin typeface="+mn-lt"/>
                <a:ea typeface="ＭＳ Ｐゴシック" charset="0"/>
                <a:cs typeface="Arial" pitchFamily="34" charset="0"/>
              </a:defRPr>
            </a:lvl5pPr>
            <a:lvl6pPr marL="1084263" indent="-169863">
              <a:lnSpc>
                <a:spcPct val="85000"/>
              </a:lnSpc>
              <a:spcBef>
                <a:spcPts val="0"/>
              </a:spcBef>
              <a:spcAft>
                <a:spcPts val="1200"/>
              </a:spcAft>
              <a:buClr>
                <a:schemeClr val="accent2"/>
              </a:buClr>
              <a:buFont typeface="Arial" pitchFamily="34" charset="0"/>
              <a:buChar char="‒"/>
              <a:defRPr sz="1600"/>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sz="1600" kern="1200" dirty="0">
                <a:solidFill>
                  <a:srgbClr val="000000"/>
                </a:solidFill>
                <a:latin typeface="Arial" pitchFamily="34" charset="0"/>
                <a:ea typeface="ＭＳ Ｐゴシック" charset="0"/>
                <a:cs typeface="Arial" pitchFamily="34" charset="0"/>
              </a:rPr>
              <a:t>Fifth level</a:t>
            </a:r>
          </a:p>
          <a:p>
            <a:pPr lvl="5"/>
            <a:r>
              <a:rPr lang="en-US" dirty="0"/>
              <a:t>Sixth level</a:t>
            </a:r>
          </a:p>
          <a:p>
            <a:pPr lvl="3"/>
            <a:endParaRPr lang="en-US" dirty="0"/>
          </a:p>
        </p:txBody>
      </p:sp>
    </p:spTree>
    <p:extLst>
      <p:ext uri="{BB962C8B-B14F-4D97-AF65-F5344CB8AC3E}">
        <p14:creationId xmlns:p14="http://schemas.microsoft.com/office/powerpoint/2010/main" val="3056442824"/>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SW - Two Column Text Slide">
    <p:spTree>
      <p:nvGrpSpPr>
        <p:cNvPr id="1" name=""/>
        <p:cNvGrpSpPr/>
        <p:nvPr/>
      </p:nvGrpSpPr>
      <p:grpSpPr>
        <a:xfrm>
          <a:off x="0" y="0"/>
          <a:ext cx="0" cy="0"/>
          <a:chOff x="0" y="0"/>
          <a:chExt cx="0" cy="0"/>
        </a:xfrm>
      </p:grpSpPr>
      <p:sp>
        <p:nvSpPr>
          <p:cNvPr id="9" name="Content Placeholder 2"/>
          <p:cNvSpPr>
            <a:spLocks noGrp="1"/>
          </p:cNvSpPr>
          <p:nvPr>
            <p:ph idx="1"/>
          </p:nvPr>
        </p:nvSpPr>
        <p:spPr>
          <a:xfrm>
            <a:off x="398205" y="1118418"/>
            <a:ext cx="3989439" cy="5191431"/>
          </a:xfrm>
        </p:spPr>
        <p:txBody>
          <a:bodyPr/>
          <a:lstStyle>
            <a:lvl1pPr>
              <a:defRPr/>
            </a:lvl1pPr>
            <a:lvl2pPr>
              <a:defRPr/>
            </a:lvl2pPr>
            <a:lvl3pPr>
              <a:defRPr/>
            </a:lvl3pPr>
            <a:lvl5pPr>
              <a:defRPr sz="1600"/>
            </a:lvl5pPr>
          </a:lstStyle>
          <a:p>
            <a:pPr lvl="1"/>
            <a:r>
              <a:rPr lang="en-US" dirty="0"/>
              <a:t>Click to edit Master text styles</a:t>
            </a:r>
          </a:p>
          <a:p>
            <a:pPr lvl="2"/>
            <a:r>
              <a:rPr lang="en-US" dirty="0"/>
              <a:t>Second level</a:t>
            </a:r>
          </a:p>
          <a:p>
            <a:pPr lvl="3"/>
            <a:r>
              <a:rPr lang="en-US" dirty="0"/>
              <a:t>Third level</a:t>
            </a:r>
          </a:p>
          <a:p>
            <a:pPr lvl="4"/>
            <a:r>
              <a:rPr lang="en-US" dirty="0"/>
              <a:t>Fourth level</a:t>
            </a:r>
          </a:p>
          <a:p>
            <a:pPr lvl="5"/>
            <a:r>
              <a:rPr lang="en-US" sz="1600" kern="1200" dirty="0">
                <a:solidFill>
                  <a:srgbClr val="000000"/>
                </a:solidFill>
                <a:latin typeface="Arial" pitchFamily="34" charset="0"/>
                <a:ea typeface="ＭＳ Ｐゴシック" charset="0"/>
                <a:cs typeface="Arial" pitchFamily="34" charset="0"/>
              </a:rPr>
              <a:t>Fifth level</a:t>
            </a:r>
          </a:p>
          <a:p>
            <a:pPr lvl="6"/>
            <a:r>
              <a:rPr lang="en-US" dirty="0"/>
              <a:t>Sixth level</a:t>
            </a:r>
          </a:p>
        </p:txBody>
      </p:sp>
      <p:sp>
        <p:nvSpPr>
          <p:cNvPr id="11" name="Content Placeholder 2"/>
          <p:cNvSpPr>
            <a:spLocks noGrp="1"/>
          </p:cNvSpPr>
          <p:nvPr>
            <p:ph idx="10"/>
          </p:nvPr>
        </p:nvSpPr>
        <p:spPr>
          <a:xfrm>
            <a:off x="4776018" y="1118418"/>
            <a:ext cx="3989439" cy="5191431"/>
          </a:xfrm>
        </p:spPr>
        <p:txBody>
          <a:bodyPr/>
          <a:lstStyle>
            <a:lvl1pPr>
              <a:defRPr/>
            </a:lvl1pPr>
            <a:lvl2pPr>
              <a:defRPr/>
            </a:lvl2pPr>
            <a:lvl3pPr>
              <a:defRPr/>
            </a:lvl3pPr>
            <a:lvl5pPr>
              <a:defRPr sz="1600"/>
            </a:lvl5pPr>
          </a:lstStyle>
          <a:p>
            <a:pPr lvl="1"/>
            <a:r>
              <a:rPr lang="en-US" dirty="0"/>
              <a:t>Click to edit Master text styles</a:t>
            </a:r>
          </a:p>
          <a:p>
            <a:pPr lvl="2"/>
            <a:r>
              <a:rPr lang="en-US" dirty="0"/>
              <a:t>Second level</a:t>
            </a:r>
          </a:p>
          <a:p>
            <a:pPr lvl="3"/>
            <a:r>
              <a:rPr lang="en-US" dirty="0"/>
              <a:t>Third level</a:t>
            </a:r>
          </a:p>
          <a:p>
            <a:pPr lvl="4"/>
            <a:r>
              <a:rPr lang="en-US" dirty="0"/>
              <a:t>Fourth level</a:t>
            </a:r>
          </a:p>
          <a:p>
            <a:pPr lvl="5"/>
            <a:r>
              <a:rPr lang="en-US" sz="1600" kern="1200" dirty="0">
                <a:solidFill>
                  <a:srgbClr val="000000"/>
                </a:solidFill>
                <a:latin typeface="Arial" pitchFamily="34" charset="0"/>
                <a:ea typeface="ＭＳ Ｐゴシック" charset="0"/>
                <a:cs typeface="Arial" pitchFamily="34" charset="0"/>
              </a:rPr>
              <a:t>Fifth level</a:t>
            </a:r>
          </a:p>
          <a:p>
            <a:pPr lvl="6"/>
            <a:r>
              <a:rPr lang="en-US" dirty="0"/>
              <a:t>Sixth level</a:t>
            </a:r>
          </a:p>
        </p:txBody>
      </p:sp>
      <p:sp>
        <p:nvSpPr>
          <p:cNvPr id="8" name="Title Placeholder 1"/>
          <p:cNvSpPr>
            <a:spLocks noGrp="1"/>
          </p:cNvSpPr>
          <p:nvPr>
            <p:ph type="title"/>
          </p:nvPr>
        </p:nvSpPr>
        <p:spPr bwMode="auto">
          <a:xfrm>
            <a:off x="344321" y="86003"/>
            <a:ext cx="8580438" cy="865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lnSpc>
                <a:spcPct val="100000"/>
              </a:lnSpc>
              <a:defRPr/>
            </a:lvl1pPr>
          </a:lstStyle>
          <a:p>
            <a:pPr lvl="0"/>
            <a:r>
              <a:rPr lang="en-US" dirty="0"/>
              <a:t>Click to edit Master title style</a:t>
            </a:r>
          </a:p>
        </p:txBody>
      </p:sp>
    </p:spTree>
    <p:extLst>
      <p:ext uri="{BB962C8B-B14F-4D97-AF65-F5344CB8AC3E}">
        <p14:creationId xmlns:p14="http://schemas.microsoft.com/office/powerpoint/2010/main" val="4265884922"/>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SW - Chart Slide">
    <p:spTree>
      <p:nvGrpSpPr>
        <p:cNvPr id="1" name=""/>
        <p:cNvGrpSpPr/>
        <p:nvPr/>
      </p:nvGrpSpPr>
      <p:grpSpPr>
        <a:xfrm>
          <a:off x="0" y="0"/>
          <a:ext cx="0" cy="0"/>
          <a:chOff x="0" y="0"/>
          <a:chExt cx="0" cy="0"/>
        </a:xfrm>
      </p:grpSpPr>
      <p:sp>
        <p:nvSpPr>
          <p:cNvPr id="6" name="Chart Placeholder 5"/>
          <p:cNvSpPr>
            <a:spLocks noGrp="1"/>
          </p:cNvSpPr>
          <p:nvPr>
            <p:ph type="chart" sz="quarter" idx="12"/>
          </p:nvPr>
        </p:nvSpPr>
        <p:spPr>
          <a:xfrm>
            <a:off x="404813" y="1521069"/>
            <a:ext cx="8399462" cy="4341569"/>
          </a:xfrm>
        </p:spPr>
        <p:txBody>
          <a:bodyPr/>
          <a:lstStyle/>
          <a:p>
            <a:endParaRPr lang="en-CA"/>
          </a:p>
        </p:txBody>
      </p:sp>
      <p:sp>
        <p:nvSpPr>
          <p:cNvPr id="5" name="Text Placeholder 5"/>
          <p:cNvSpPr>
            <a:spLocks noGrp="1"/>
          </p:cNvSpPr>
          <p:nvPr>
            <p:ph type="body" sz="quarter" idx="11"/>
          </p:nvPr>
        </p:nvSpPr>
        <p:spPr>
          <a:xfrm>
            <a:off x="400050" y="1055574"/>
            <a:ext cx="8451850" cy="427577"/>
          </a:xfrm>
        </p:spPr>
        <p:txBody>
          <a:bodyPr anchor="ctr" anchorCtr="0"/>
          <a:lstStyle>
            <a:lvl1pPr>
              <a:defRPr sz="2200" b="1" i="0"/>
            </a:lvl1pPr>
          </a:lstStyle>
          <a:p>
            <a:pPr lvl="0"/>
            <a:r>
              <a:rPr lang="en-US" dirty="0"/>
              <a:t>Click to edit Master text styles</a:t>
            </a:r>
            <a:endParaRPr lang="en-CA" dirty="0"/>
          </a:p>
        </p:txBody>
      </p:sp>
      <p:sp>
        <p:nvSpPr>
          <p:cNvPr id="9" name="Title Placeholder 1"/>
          <p:cNvSpPr>
            <a:spLocks noGrp="1"/>
          </p:cNvSpPr>
          <p:nvPr>
            <p:ph type="title"/>
          </p:nvPr>
        </p:nvSpPr>
        <p:spPr bwMode="auto">
          <a:xfrm>
            <a:off x="344321" y="86003"/>
            <a:ext cx="8580438" cy="865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lnSpc>
                <a:spcPct val="100000"/>
              </a:lnSpc>
              <a:defRPr/>
            </a:lvl1pPr>
          </a:lstStyle>
          <a:p>
            <a:pPr lvl="0"/>
            <a:r>
              <a:rPr lang="en-US" dirty="0"/>
              <a:t>Click to edit Master title style</a:t>
            </a:r>
          </a:p>
        </p:txBody>
      </p:sp>
    </p:spTree>
    <p:extLst>
      <p:ext uri="{BB962C8B-B14F-4D97-AF65-F5344CB8AC3E}">
        <p14:creationId xmlns:p14="http://schemas.microsoft.com/office/powerpoint/2010/main" val="4057270179"/>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W - Blank Slide">
    <p:spTree>
      <p:nvGrpSpPr>
        <p:cNvPr id="1" name=""/>
        <p:cNvGrpSpPr/>
        <p:nvPr/>
      </p:nvGrpSpPr>
      <p:grpSpPr>
        <a:xfrm>
          <a:off x="0" y="0"/>
          <a:ext cx="0" cy="0"/>
          <a:chOff x="0" y="0"/>
          <a:chExt cx="0" cy="0"/>
        </a:xfrm>
      </p:grpSpPr>
      <p:sp>
        <p:nvSpPr>
          <p:cNvPr id="4" name="Title Placeholder 1"/>
          <p:cNvSpPr>
            <a:spLocks noGrp="1"/>
          </p:cNvSpPr>
          <p:nvPr>
            <p:ph type="title"/>
          </p:nvPr>
        </p:nvSpPr>
        <p:spPr bwMode="auto">
          <a:xfrm>
            <a:off x="344321" y="86003"/>
            <a:ext cx="8580438" cy="865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lnSpc>
                <a:spcPct val="100000"/>
              </a:lnSpc>
              <a:defRPr/>
            </a:lvl1pPr>
          </a:lstStyle>
          <a:p>
            <a:pPr lvl="0"/>
            <a:r>
              <a:rPr lang="en-US" dirty="0"/>
              <a:t>Click to edit Master title style</a:t>
            </a:r>
          </a:p>
        </p:txBody>
      </p:sp>
    </p:spTree>
    <p:extLst>
      <p:ext uri="{BB962C8B-B14F-4D97-AF65-F5344CB8AC3E}">
        <p14:creationId xmlns:p14="http://schemas.microsoft.com/office/powerpoint/2010/main" val="4182772565"/>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W - Thank You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 name="Title 6"/>
          <p:cNvSpPr txBox="1">
            <a:spLocks/>
          </p:cNvSpPr>
          <p:nvPr userDrawn="1"/>
        </p:nvSpPr>
        <p:spPr bwMode="auto">
          <a:xfrm>
            <a:off x="541167" y="2135100"/>
            <a:ext cx="7238607" cy="550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2800" b="1" kern="1200" baseline="0">
                <a:solidFill>
                  <a:schemeClr val="tx1"/>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2800" b="1">
                <a:solidFill>
                  <a:schemeClr val="accent1"/>
                </a:solidFill>
                <a:latin typeface="Arial" charset="0"/>
                <a:ea typeface="ＭＳ Ｐゴシック" charset="0"/>
              </a:defRPr>
            </a:lvl2pPr>
            <a:lvl3pPr algn="l" rtl="0" eaLnBrk="1" fontAlgn="base" hangingPunct="1">
              <a:spcBef>
                <a:spcPct val="0"/>
              </a:spcBef>
              <a:spcAft>
                <a:spcPct val="0"/>
              </a:spcAft>
              <a:defRPr sz="2800" b="1">
                <a:solidFill>
                  <a:schemeClr val="accent1"/>
                </a:solidFill>
                <a:latin typeface="Arial" charset="0"/>
                <a:ea typeface="ＭＳ Ｐゴシック" charset="0"/>
              </a:defRPr>
            </a:lvl3pPr>
            <a:lvl4pPr algn="l" rtl="0" eaLnBrk="1" fontAlgn="base" hangingPunct="1">
              <a:spcBef>
                <a:spcPct val="0"/>
              </a:spcBef>
              <a:spcAft>
                <a:spcPct val="0"/>
              </a:spcAft>
              <a:defRPr sz="2800" b="1">
                <a:solidFill>
                  <a:schemeClr val="accent1"/>
                </a:solidFill>
                <a:latin typeface="Arial" charset="0"/>
                <a:ea typeface="ＭＳ Ｐゴシック" charset="0"/>
              </a:defRPr>
            </a:lvl4pPr>
            <a:lvl5pPr algn="l" rtl="0" eaLnBrk="1" fontAlgn="base" hangingPunct="1">
              <a:spcBef>
                <a:spcPct val="0"/>
              </a:spcBef>
              <a:spcAft>
                <a:spcPct val="0"/>
              </a:spcAft>
              <a:defRPr sz="2800" b="1">
                <a:solidFill>
                  <a:schemeClr val="accent1"/>
                </a:solidFill>
                <a:latin typeface="Arial" charset="0"/>
                <a:ea typeface="ＭＳ Ｐゴシック" charset="0"/>
              </a:defRPr>
            </a:lvl5pPr>
            <a:lvl6pPr marL="457200" algn="l" rtl="0" eaLnBrk="1" fontAlgn="base" hangingPunct="1">
              <a:spcBef>
                <a:spcPct val="0"/>
              </a:spcBef>
              <a:spcAft>
                <a:spcPct val="0"/>
              </a:spcAft>
              <a:defRPr sz="2800" b="1">
                <a:solidFill>
                  <a:schemeClr val="accent1"/>
                </a:solidFill>
                <a:latin typeface="Arial" charset="0"/>
                <a:ea typeface="ＭＳ Ｐゴシック" charset="0"/>
              </a:defRPr>
            </a:lvl6pPr>
            <a:lvl7pPr marL="914400" algn="l" rtl="0" eaLnBrk="1" fontAlgn="base" hangingPunct="1">
              <a:spcBef>
                <a:spcPct val="0"/>
              </a:spcBef>
              <a:spcAft>
                <a:spcPct val="0"/>
              </a:spcAft>
              <a:defRPr sz="2800" b="1">
                <a:solidFill>
                  <a:schemeClr val="accent1"/>
                </a:solidFill>
                <a:latin typeface="Arial" charset="0"/>
                <a:ea typeface="ＭＳ Ｐゴシック" charset="0"/>
              </a:defRPr>
            </a:lvl7pPr>
            <a:lvl8pPr marL="1371600" algn="l" rtl="0" eaLnBrk="1" fontAlgn="base" hangingPunct="1">
              <a:spcBef>
                <a:spcPct val="0"/>
              </a:spcBef>
              <a:spcAft>
                <a:spcPct val="0"/>
              </a:spcAft>
              <a:defRPr sz="2800" b="1">
                <a:solidFill>
                  <a:schemeClr val="accent1"/>
                </a:solidFill>
                <a:latin typeface="Arial" charset="0"/>
                <a:ea typeface="ＭＳ Ｐゴシック" charset="0"/>
              </a:defRPr>
            </a:lvl8pPr>
            <a:lvl9pPr marL="1828800" algn="l" rtl="0" eaLnBrk="1" fontAlgn="base" hangingPunct="1">
              <a:spcBef>
                <a:spcPct val="0"/>
              </a:spcBef>
              <a:spcAft>
                <a:spcPct val="0"/>
              </a:spcAft>
              <a:defRPr sz="2800" b="1">
                <a:solidFill>
                  <a:schemeClr val="accent1"/>
                </a:solidFill>
                <a:latin typeface="Arial" charset="0"/>
                <a:ea typeface="ＭＳ Ｐゴシック" charset="0"/>
              </a:defRPr>
            </a:lvl9pPr>
          </a:lstStyle>
          <a:p>
            <a:pPr defTabSz="914400"/>
            <a:r>
              <a:rPr lang="en-US" dirty="0"/>
              <a:t>Thank You</a:t>
            </a:r>
          </a:p>
        </p:txBody>
      </p:sp>
    </p:spTree>
    <p:extLst>
      <p:ext uri="{BB962C8B-B14F-4D97-AF65-F5344CB8AC3E}">
        <p14:creationId xmlns:p14="http://schemas.microsoft.com/office/powerpoint/2010/main" val="284718596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gi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7196447" y="6490953"/>
            <a:ext cx="1947553" cy="306923"/>
          </a:xfrm>
          <a:prstGeom prst="rect">
            <a:avLst/>
          </a:prstGeom>
          <a:solidFill>
            <a:schemeClr val="accent2"/>
          </a:solidFill>
          <a:ln w="12700">
            <a:noFill/>
          </a:ln>
        </p:spPr>
        <p:txBody>
          <a:bodyPr rot="0" spcFirstLastPara="0" vertOverflow="overflow" horzOverflow="overflow" vert="horz" wrap="none" lIns="91440" tIns="45720" rIns="91440" bIns="45720" numCol="1" spcCol="0" rtlCol="0" fromWordArt="0" anchor="ctr" anchorCtr="0" forceAA="0" compatLnSpc="1">
            <a:prstTxWarp prst="textNoShape">
              <a:avLst/>
            </a:prstTxWarp>
            <a:normAutofit fontScale="92500" lnSpcReduction="10000"/>
          </a:bodyPr>
          <a:lstStyle/>
          <a:p>
            <a:pPr algn="ctr"/>
            <a:endParaRPr lang="en-US" sz="1600" dirty="0" err="1"/>
          </a:p>
        </p:txBody>
      </p:sp>
      <p:sp>
        <p:nvSpPr>
          <p:cNvPr id="14" name="TextBox 13"/>
          <p:cNvSpPr txBox="1"/>
          <p:nvPr/>
        </p:nvSpPr>
        <p:spPr>
          <a:xfrm>
            <a:off x="7202983" y="6525209"/>
            <a:ext cx="1614545" cy="230832"/>
          </a:xfrm>
          <a:prstGeom prst="rect">
            <a:avLst/>
          </a:prstGeom>
          <a:noFill/>
        </p:spPr>
        <p:txBody>
          <a:bodyPr wrap="none" rtlCol="0">
            <a:spAutoFit/>
          </a:bodyPr>
          <a:lstStyle/>
          <a:p>
            <a:r>
              <a:rPr lang="en-US" sz="900" dirty="0">
                <a:solidFill>
                  <a:schemeClr val="bg2"/>
                </a:solidFill>
              </a:rPr>
              <a:t>Proprietary and Confidential</a:t>
            </a:r>
          </a:p>
        </p:txBody>
      </p:sp>
      <p:sp>
        <p:nvSpPr>
          <p:cNvPr id="13" name="Rectangle 12"/>
          <p:cNvSpPr/>
          <p:nvPr/>
        </p:nvSpPr>
        <p:spPr>
          <a:xfrm>
            <a:off x="0" y="1073563"/>
            <a:ext cx="9144000" cy="36576"/>
          </a:xfrm>
          <a:prstGeom prst="rect">
            <a:avLst/>
          </a:prstGeom>
          <a:gradFill flip="none" rotWithShape="1">
            <a:gsLst>
              <a:gs pos="9000">
                <a:schemeClr val="bg1"/>
              </a:gs>
              <a:gs pos="66000">
                <a:schemeClr val="accent2"/>
              </a:gs>
            </a:gsLst>
            <a:lin ang="0" scaled="0"/>
            <a:tileRect/>
          </a:gradFill>
          <a:ln>
            <a:noFill/>
          </a:ln>
        </p:spPr>
        <p:txBody>
          <a:bodyPr wrap="none" rtlCol="0" anchor="ctr">
            <a:noAutofit/>
          </a:bodyPr>
          <a:lstStyle/>
          <a:p>
            <a:pPr algn="ctr"/>
            <a:endParaRPr lang="en-US" sz="1050" dirty="0"/>
          </a:p>
        </p:txBody>
      </p:sp>
      <p:sp>
        <p:nvSpPr>
          <p:cNvPr id="20" name="Title Placeholder 1"/>
          <p:cNvSpPr>
            <a:spLocks noGrp="1"/>
          </p:cNvSpPr>
          <p:nvPr>
            <p:ph type="title"/>
          </p:nvPr>
        </p:nvSpPr>
        <p:spPr bwMode="auto">
          <a:xfrm>
            <a:off x="344321" y="171451"/>
            <a:ext cx="8580438" cy="859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en-US" dirty="0"/>
          </a:p>
        </p:txBody>
      </p:sp>
      <p:sp>
        <p:nvSpPr>
          <p:cNvPr id="4" name="Text Placeholder 3"/>
          <p:cNvSpPr>
            <a:spLocks noGrp="1"/>
          </p:cNvSpPr>
          <p:nvPr>
            <p:ph type="body" idx="1"/>
          </p:nvPr>
        </p:nvSpPr>
        <p:spPr>
          <a:xfrm>
            <a:off x="501446" y="1202267"/>
            <a:ext cx="8461275" cy="5076516"/>
          </a:xfrm>
          <a:prstGeom prst="rect">
            <a:avLst/>
          </a:prstGeom>
        </p:spPr>
        <p:txBody>
          <a:bodyPr vert="horz" lIns="91440" tIns="45720" rIns="91440" bIns="45720" rtlCol="0">
            <a:normAutofit/>
          </a:bodyPr>
          <a:lstStyle/>
          <a:p>
            <a:pPr lvl="0"/>
            <a:r>
              <a:rPr lang="en-US" dirty="0"/>
              <a:t>Click to edit Master text styles</a:t>
            </a:r>
          </a:p>
          <a:p>
            <a:pPr marL="457200" lvl="2" indent="-228600" algn="l" rtl="0" eaLnBrk="1" fontAlgn="base" hangingPunct="1">
              <a:lnSpc>
                <a:spcPct val="100000"/>
              </a:lnSpc>
              <a:spcBef>
                <a:spcPts val="0"/>
              </a:spcBef>
              <a:spcAft>
                <a:spcPts val="1200"/>
              </a:spcAft>
              <a:buClr>
                <a:schemeClr val="accent2"/>
              </a:buClr>
              <a:buFont typeface="Arial" pitchFamily="34" charset="0"/>
              <a:buChar char="–"/>
            </a:pPr>
            <a:r>
              <a:rPr lang="en-US" dirty="0"/>
              <a:t>Second level</a:t>
            </a:r>
          </a:p>
          <a:p>
            <a:pPr marL="685800" lvl="3" indent="-228600" algn="l" rtl="0" eaLnBrk="1" fontAlgn="base" hangingPunct="1">
              <a:lnSpc>
                <a:spcPct val="100000"/>
              </a:lnSpc>
              <a:spcBef>
                <a:spcPts val="0"/>
              </a:spcBef>
              <a:spcAft>
                <a:spcPts val="1200"/>
              </a:spcAft>
              <a:buClr>
                <a:schemeClr val="accent2"/>
              </a:buClr>
              <a:buFont typeface="Arial" pitchFamily="34" charset="0"/>
              <a:buChar char="‒"/>
            </a:pPr>
            <a:r>
              <a:rPr lang="en-US" dirty="0"/>
              <a:t>Third level</a:t>
            </a:r>
          </a:p>
          <a:p>
            <a:pPr marL="914400" lvl="4" indent="-228600" algn="l" rtl="0" eaLnBrk="1" fontAlgn="base" hangingPunct="1">
              <a:lnSpc>
                <a:spcPct val="100000"/>
              </a:lnSpc>
              <a:spcBef>
                <a:spcPts val="0"/>
              </a:spcBef>
              <a:spcAft>
                <a:spcPts val="1200"/>
              </a:spcAft>
              <a:buClr>
                <a:schemeClr val="accent2"/>
              </a:buClr>
              <a:buFont typeface="Arial" pitchFamily="34" charset="0"/>
              <a:buChar char="‒"/>
            </a:pPr>
            <a:r>
              <a:rPr lang="en-US" dirty="0"/>
              <a:t>Fourth level</a:t>
            </a:r>
          </a:p>
        </p:txBody>
      </p:sp>
      <p:sp>
        <p:nvSpPr>
          <p:cNvPr id="16" name="TextBox 15"/>
          <p:cNvSpPr txBox="1"/>
          <p:nvPr/>
        </p:nvSpPr>
        <p:spPr>
          <a:xfrm>
            <a:off x="8807735" y="6513890"/>
            <a:ext cx="325730" cy="230832"/>
          </a:xfrm>
          <a:prstGeom prst="rect">
            <a:avLst/>
          </a:prstGeom>
          <a:noFill/>
        </p:spPr>
        <p:txBody>
          <a:bodyPr wrap="none" rtlCol="0">
            <a:spAutoFit/>
          </a:bodyPr>
          <a:lstStyle/>
          <a:p>
            <a:fld id="{87D01023-7539-4AC7-A31D-6203E3A72819}" type="slidenum">
              <a:rPr lang="en-US" sz="900" b="1" smtClean="0">
                <a:solidFill>
                  <a:schemeClr val="bg2"/>
                </a:solidFill>
              </a:rPr>
              <a:pPr/>
              <a:t>‹#›</a:t>
            </a:fld>
            <a:endParaRPr lang="en-US" sz="900" b="1" dirty="0">
              <a:solidFill>
                <a:schemeClr val="bg2"/>
              </a:solidFill>
            </a:endParaRPr>
          </a:p>
        </p:txBody>
      </p:sp>
      <p:cxnSp>
        <p:nvCxnSpPr>
          <p:cNvPr id="12" name="Straight Connector 11"/>
          <p:cNvCxnSpPr/>
          <p:nvPr/>
        </p:nvCxnSpPr>
        <p:spPr>
          <a:xfrm>
            <a:off x="8788061" y="6550132"/>
            <a:ext cx="0" cy="180016"/>
          </a:xfrm>
          <a:prstGeom prst="line">
            <a:avLst/>
          </a:prstGeom>
          <a:noFill/>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5" name="Picture 14"/>
          <p:cNvPicPr>
            <a:picLocks/>
          </p:cNvPicPr>
          <p:nvPr/>
        </p:nvPicPr>
        <p:blipFill>
          <a:blip r:embed="rId22" cstate="screen">
            <a:extLst>
              <a:ext uri="{28A0092B-C50C-407E-A947-70E740481C1C}">
                <a14:useLocalDpi xmlns:a14="http://schemas.microsoft.com/office/drawing/2010/main"/>
              </a:ext>
            </a:extLst>
          </a:blip>
          <a:stretch>
            <a:fillRect/>
          </a:stretch>
        </p:blipFill>
        <p:spPr>
          <a:xfrm>
            <a:off x="309079" y="6293207"/>
            <a:ext cx="1866308" cy="564793"/>
          </a:xfrm>
          <a:prstGeom prst="rect">
            <a:avLst/>
          </a:prstGeom>
        </p:spPr>
      </p:pic>
      <p:pic>
        <p:nvPicPr>
          <p:cNvPr id="11" name="Picture 10"/>
          <p:cNvPicPr>
            <a:picLocks noChangeAspect="1"/>
          </p:cNvPicPr>
          <p:nvPr userDrawn="1"/>
        </p:nvPicPr>
        <p:blipFill>
          <a:blip r:embed="rId23">
            <a:extLst>
              <a:ext uri="{28A0092B-C50C-407E-A947-70E740481C1C}">
                <a14:useLocalDpi xmlns:a14="http://schemas.microsoft.com/office/drawing/2010/main" val="0"/>
              </a:ext>
            </a:extLst>
          </a:blip>
          <a:stretch>
            <a:fillRect/>
          </a:stretch>
        </p:blipFill>
        <p:spPr>
          <a:xfrm>
            <a:off x="286601" y="6278782"/>
            <a:ext cx="1937853" cy="579218"/>
          </a:xfrm>
          <a:prstGeom prst="rect">
            <a:avLst/>
          </a:prstGeom>
        </p:spPr>
      </p:pic>
      <p:sp>
        <p:nvSpPr>
          <p:cNvPr id="21" name="Title Placeholder 1"/>
          <p:cNvSpPr>
            <a:spLocks noGrp="1"/>
          </p:cNvSpPr>
          <p:nvPr>
            <p:ph type="title"/>
          </p:nvPr>
        </p:nvSpPr>
        <p:spPr bwMode="auto">
          <a:xfrm>
            <a:off x="344321" y="86003"/>
            <a:ext cx="8580438" cy="865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Tree>
    <p:extLst>
      <p:ext uri="{BB962C8B-B14F-4D97-AF65-F5344CB8AC3E}">
        <p14:creationId xmlns:p14="http://schemas.microsoft.com/office/powerpoint/2010/main" val="2197300844"/>
      </p:ext>
    </p:extLst>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794" r:id="rId5"/>
    <p:sldLayoutId id="2147483795" r:id="rId6"/>
    <p:sldLayoutId id="2147483796" r:id="rId7"/>
    <p:sldLayoutId id="2147483797" r:id="rId8"/>
    <p:sldLayoutId id="2147483798" r:id="rId9"/>
    <p:sldLayoutId id="2147483799" r:id="rId10"/>
    <p:sldLayoutId id="2147483800" r:id="rId11"/>
    <p:sldLayoutId id="2147483801" r:id="rId12"/>
    <p:sldLayoutId id="2147483803" r:id="rId13"/>
    <p:sldLayoutId id="2147483804" r:id="rId14"/>
    <p:sldLayoutId id="2147483805" r:id="rId15"/>
    <p:sldLayoutId id="2147483806" r:id="rId16"/>
    <p:sldLayoutId id="2147483807" r:id="rId17"/>
    <p:sldLayoutId id="2147483808" r:id="rId18"/>
    <p:sldLayoutId id="2147483809" r:id="rId19"/>
    <p:sldLayoutId id="2147483810" r:id="rId20"/>
  </p:sldLayoutIdLst>
  <p:transition>
    <p:fade/>
  </p:transition>
  <p:hf hdr="0" dt="0"/>
  <p:txStyles>
    <p:titleStyle>
      <a:lvl1pPr algn="l" rtl="0" eaLnBrk="1" fontAlgn="base" hangingPunct="1">
        <a:lnSpc>
          <a:spcPct val="90000"/>
        </a:lnSpc>
        <a:spcBef>
          <a:spcPct val="0"/>
        </a:spcBef>
        <a:spcAft>
          <a:spcPct val="0"/>
        </a:spcAft>
        <a:defRPr sz="2600" b="1" kern="1200">
          <a:solidFill>
            <a:schemeClr val="accent2"/>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2800" b="1">
          <a:solidFill>
            <a:schemeClr val="accent1"/>
          </a:solidFill>
          <a:latin typeface="Arial" charset="0"/>
          <a:ea typeface="ＭＳ Ｐゴシック" charset="0"/>
        </a:defRPr>
      </a:lvl2pPr>
      <a:lvl3pPr algn="l" rtl="0" eaLnBrk="1" fontAlgn="base" hangingPunct="1">
        <a:spcBef>
          <a:spcPct val="0"/>
        </a:spcBef>
        <a:spcAft>
          <a:spcPct val="0"/>
        </a:spcAft>
        <a:defRPr sz="2800" b="1">
          <a:solidFill>
            <a:schemeClr val="accent1"/>
          </a:solidFill>
          <a:latin typeface="Arial" charset="0"/>
          <a:ea typeface="ＭＳ Ｐゴシック" charset="0"/>
        </a:defRPr>
      </a:lvl3pPr>
      <a:lvl4pPr algn="l" rtl="0" eaLnBrk="1" fontAlgn="base" hangingPunct="1">
        <a:spcBef>
          <a:spcPct val="0"/>
        </a:spcBef>
        <a:spcAft>
          <a:spcPct val="0"/>
        </a:spcAft>
        <a:defRPr sz="2800" b="1">
          <a:solidFill>
            <a:schemeClr val="accent1"/>
          </a:solidFill>
          <a:latin typeface="Arial" charset="0"/>
          <a:ea typeface="ＭＳ Ｐゴシック" charset="0"/>
        </a:defRPr>
      </a:lvl4pPr>
      <a:lvl5pPr algn="l" rtl="0" eaLnBrk="1" fontAlgn="base" hangingPunct="1">
        <a:spcBef>
          <a:spcPct val="0"/>
        </a:spcBef>
        <a:spcAft>
          <a:spcPct val="0"/>
        </a:spcAft>
        <a:defRPr sz="2800" b="1">
          <a:solidFill>
            <a:schemeClr val="accent1"/>
          </a:solidFill>
          <a:latin typeface="Arial" charset="0"/>
          <a:ea typeface="ＭＳ Ｐゴシック" charset="0"/>
        </a:defRPr>
      </a:lvl5pPr>
      <a:lvl6pPr marL="457200" algn="l" rtl="0" eaLnBrk="1" fontAlgn="base" hangingPunct="1">
        <a:spcBef>
          <a:spcPct val="0"/>
        </a:spcBef>
        <a:spcAft>
          <a:spcPct val="0"/>
        </a:spcAft>
        <a:defRPr sz="2800" b="1">
          <a:solidFill>
            <a:schemeClr val="accent1"/>
          </a:solidFill>
          <a:latin typeface="Arial" charset="0"/>
          <a:ea typeface="ＭＳ Ｐゴシック" charset="0"/>
        </a:defRPr>
      </a:lvl6pPr>
      <a:lvl7pPr marL="914400" algn="l" rtl="0" eaLnBrk="1" fontAlgn="base" hangingPunct="1">
        <a:spcBef>
          <a:spcPct val="0"/>
        </a:spcBef>
        <a:spcAft>
          <a:spcPct val="0"/>
        </a:spcAft>
        <a:defRPr sz="2800" b="1">
          <a:solidFill>
            <a:schemeClr val="accent1"/>
          </a:solidFill>
          <a:latin typeface="Arial" charset="0"/>
          <a:ea typeface="ＭＳ Ｐゴシック" charset="0"/>
        </a:defRPr>
      </a:lvl7pPr>
      <a:lvl8pPr marL="1371600" algn="l" rtl="0" eaLnBrk="1" fontAlgn="base" hangingPunct="1">
        <a:spcBef>
          <a:spcPct val="0"/>
        </a:spcBef>
        <a:spcAft>
          <a:spcPct val="0"/>
        </a:spcAft>
        <a:defRPr sz="2800" b="1">
          <a:solidFill>
            <a:schemeClr val="accent1"/>
          </a:solidFill>
          <a:latin typeface="Arial" charset="0"/>
          <a:ea typeface="ＭＳ Ｐゴシック" charset="0"/>
        </a:defRPr>
      </a:lvl8pPr>
      <a:lvl9pPr marL="1828800" algn="l" rtl="0" eaLnBrk="1" fontAlgn="base" hangingPunct="1">
        <a:spcBef>
          <a:spcPct val="0"/>
        </a:spcBef>
        <a:spcAft>
          <a:spcPct val="0"/>
        </a:spcAft>
        <a:defRPr sz="2800" b="1">
          <a:solidFill>
            <a:schemeClr val="accent1"/>
          </a:solidFill>
          <a:latin typeface="Arial" charset="0"/>
          <a:ea typeface="ＭＳ Ｐゴシック" charset="0"/>
        </a:defRPr>
      </a:lvl9pPr>
    </p:titleStyle>
    <p:bodyStyle>
      <a:lvl1pPr marL="0" indent="-228600" algn="l" rtl="0" eaLnBrk="1" fontAlgn="base" hangingPunct="1">
        <a:lnSpc>
          <a:spcPct val="100000"/>
        </a:lnSpc>
        <a:spcBef>
          <a:spcPts val="0"/>
        </a:spcBef>
        <a:spcAft>
          <a:spcPts val="1400"/>
        </a:spcAft>
        <a:buClr>
          <a:schemeClr val="accent2"/>
        </a:buClr>
        <a:buFont typeface="Arial" panose="020B0604020202020204" pitchFamily="34" charset="0"/>
        <a:buChar char="•"/>
        <a:defRPr sz="2400" kern="1200">
          <a:solidFill>
            <a:schemeClr val="tx1"/>
          </a:solidFill>
          <a:latin typeface="Arial" pitchFamily="34" charset="0"/>
          <a:ea typeface="ＭＳ Ｐゴシック" charset="0"/>
          <a:cs typeface="Arial" pitchFamily="34" charset="0"/>
        </a:defRPr>
      </a:lvl1pPr>
      <a:lvl2pPr marL="457200" indent="-228600" algn="l" rtl="0" eaLnBrk="1" fontAlgn="base" hangingPunct="1">
        <a:lnSpc>
          <a:spcPct val="100000"/>
        </a:lnSpc>
        <a:spcBef>
          <a:spcPts val="0"/>
        </a:spcBef>
        <a:spcAft>
          <a:spcPts val="1200"/>
        </a:spcAft>
        <a:buClr>
          <a:schemeClr val="accent2"/>
        </a:buClr>
        <a:buFont typeface="Arial" charset="0"/>
        <a:buChar char="•"/>
        <a:defRPr sz="2000" kern="1200">
          <a:solidFill>
            <a:srgbClr val="000000"/>
          </a:solidFill>
          <a:latin typeface="Arial" pitchFamily="34" charset="0"/>
          <a:ea typeface="ＭＳ Ｐゴシック" charset="0"/>
          <a:cs typeface="Arial" pitchFamily="34" charset="0"/>
        </a:defRPr>
      </a:lvl2pPr>
      <a:lvl3pPr marL="685800" indent="-228600" algn="l" rtl="0" eaLnBrk="1" fontAlgn="base" hangingPunct="1">
        <a:lnSpc>
          <a:spcPct val="100000"/>
        </a:lnSpc>
        <a:spcBef>
          <a:spcPts val="0"/>
        </a:spcBef>
        <a:spcAft>
          <a:spcPts val="1200"/>
        </a:spcAft>
        <a:buClr>
          <a:schemeClr val="accent2"/>
        </a:buClr>
        <a:buFontTx/>
        <a:buChar char="–"/>
        <a:defRPr lang="en-US" sz="1800" kern="1200" dirty="0" smtClean="0">
          <a:solidFill>
            <a:srgbClr val="000000"/>
          </a:solidFill>
          <a:latin typeface="Arial" pitchFamily="34" charset="0"/>
          <a:ea typeface="ＭＳ Ｐゴシック" charset="0"/>
          <a:cs typeface="Arial" pitchFamily="34" charset="0"/>
        </a:defRPr>
      </a:lvl3pPr>
      <a:lvl4pPr marL="914400" indent="-228600" algn="l" rtl="0" eaLnBrk="1" fontAlgn="base" hangingPunct="1">
        <a:lnSpc>
          <a:spcPct val="100000"/>
        </a:lnSpc>
        <a:spcBef>
          <a:spcPts val="0"/>
        </a:spcBef>
        <a:spcAft>
          <a:spcPts val="1200"/>
        </a:spcAft>
        <a:buClr>
          <a:schemeClr val="accent2"/>
        </a:buClr>
        <a:buFontTx/>
        <a:buChar char="–"/>
        <a:defRPr lang="en-US" sz="1600" kern="1200" dirty="0" smtClean="0">
          <a:solidFill>
            <a:schemeClr val="tx1"/>
          </a:solidFill>
          <a:latin typeface="+mn-lt"/>
          <a:ea typeface="ＭＳ Ｐゴシック" charset="0"/>
          <a:cs typeface="+mn-cs"/>
        </a:defRPr>
      </a:lvl4pPr>
      <a:lvl5pPr marL="1030288" indent="-344488" algn="l" rtl="0" eaLnBrk="1" fontAlgn="base" hangingPunct="1">
        <a:lnSpc>
          <a:spcPct val="100000"/>
        </a:lnSpc>
        <a:spcBef>
          <a:spcPts val="0"/>
        </a:spcBef>
        <a:spcAft>
          <a:spcPts val="1200"/>
        </a:spcAft>
        <a:buClr>
          <a:schemeClr val="accent2"/>
        </a:buClr>
        <a:buFontTx/>
        <a:buChar char="–"/>
        <a:defRPr lang="en-US" sz="1600" kern="1200" dirty="0">
          <a:solidFill>
            <a:schemeClr val="tx1"/>
          </a:solidFill>
          <a:latin typeface="+mn-lt"/>
          <a:ea typeface="ＭＳ Ｐゴシック" charset="0"/>
          <a:cs typeface="+mn-cs"/>
        </a:defRPr>
      </a:lvl5pPr>
      <a:lvl6pPr marL="1143000" indent="-228600" algn="l" defTabSz="914400" rtl="0" eaLnBrk="1" latinLnBrk="0" hangingPunct="1">
        <a:lnSpc>
          <a:spcPct val="100000"/>
        </a:lnSpc>
        <a:spcBef>
          <a:spcPts val="0"/>
        </a:spcBef>
        <a:spcAft>
          <a:spcPts val="1200"/>
        </a:spcAft>
        <a:buClr>
          <a:schemeClr val="accent2"/>
        </a:buClr>
        <a:buFont typeface="Arial" pitchFamily="34" charset="0"/>
        <a:buChar char="–"/>
        <a:defRPr lang="en-US" sz="1600" kern="1200" dirty="0" smtClean="0">
          <a:solidFill>
            <a:schemeClr val="tx1"/>
          </a:solidFill>
          <a:latin typeface="+mn-lt"/>
          <a:ea typeface="ＭＳ Ｐゴシック" charset="0"/>
          <a:cs typeface="+mn-cs"/>
        </a:defRPr>
      </a:lvl6pPr>
      <a:lvl7pPr marL="1371600" indent="-228600" algn="l" defTabSz="914400" rtl="0" eaLnBrk="1" latinLnBrk="0" hangingPunct="1">
        <a:lnSpc>
          <a:spcPct val="100000"/>
        </a:lnSpc>
        <a:spcBef>
          <a:spcPts val="0"/>
        </a:spcBef>
        <a:spcAft>
          <a:spcPts val="1200"/>
        </a:spcAft>
        <a:buClr>
          <a:schemeClr val="accent2"/>
        </a:buClr>
        <a:buFont typeface="Arial" pitchFamily="34" charset="0"/>
        <a:buChar char="‒"/>
        <a:defRPr lang="en-US" sz="1600" kern="1200" dirty="0" smtClean="0">
          <a:solidFill>
            <a:schemeClr val="tx1"/>
          </a:solidFill>
          <a:latin typeface="+mn-lt"/>
          <a:ea typeface="ＭＳ Ｐゴシック" charset="0"/>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Dizzy (HL7800)</a:t>
            </a:r>
          </a:p>
        </p:txBody>
      </p:sp>
      <p:sp>
        <p:nvSpPr>
          <p:cNvPr id="7" name="Text Placeholder 6"/>
          <p:cNvSpPr>
            <a:spLocks noGrp="1"/>
          </p:cNvSpPr>
          <p:nvPr>
            <p:ph type="body" sz="quarter" idx="13"/>
          </p:nvPr>
        </p:nvSpPr>
        <p:spPr>
          <a:xfrm>
            <a:off x="4598140" y="3420942"/>
            <a:ext cx="3823189" cy="919045"/>
          </a:xfrm>
        </p:spPr>
        <p:txBody>
          <a:bodyPr>
            <a:normAutofit/>
          </a:bodyPr>
          <a:lstStyle/>
          <a:p>
            <a:r>
              <a:rPr lang="en-US" dirty="0"/>
              <a:t>Project Development Plan</a:t>
            </a:r>
          </a:p>
          <a:p>
            <a:r>
              <a:rPr lang="fr-FR" dirty="0"/>
              <a:t>R01.05</a:t>
            </a:r>
            <a:endParaRPr lang="en-US"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noProof="0" dirty="0"/>
              <a:t>Template Information</a:t>
            </a:r>
          </a:p>
        </p:txBody>
      </p:sp>
      <p:sp>
        <p:nvSpPr>
          <p:cNvPr id="9" name="ZoneTexte 8"/>
          <p:cNvSpPr txBox="1"/>
          <p:nvPr/>
        </p:nvSpPr>
        <p:spPr>
          <a:xfrm>
            <a:off x="534389" y="5807034"/>
            <a:ext cx="7445829" cy="461665"/>
          </a:xfrm>
          <a:prstGeom prst="rect">
            <a:avLst/>
          </a:prstGeom>
          <a:noFill/>
        </p:spPr>
        <p:txBody>
          <a:bodyPr wrap="square" rtlCol="0">
            <a:spAutoFit/>
          </a:bodyPr>
          <a:lstStyle/>
          <a:p>
            <a:r>
              <a:rPr lang="en-GB" sz="1200" dirty="0">
                <a:solidFill>
                  <a:schemeClr val="tx2"/>
                </a:solidFill>
                <a:latin typeface="Arial" pitchFamily="34" charset="0"/>
                <a:cs typeface="Arial" pitchFamily="34" charset="0"/>
              </a:rPr>
              <a:t>Note: The present document is managed in the corporate EDM tool, with the appropriate version control and approval workflow</a:t>
            </a:r>
            <a:endParaRPr lang="fr-FR" sz="1200" dirty="0">
              <a:solidFill>
                <a:schemeClr val="tx2"/>
              </a:solidFill>
              <a:latin typeface="Arial" pitchFamily="34" charset="0"/>
              <a:cs typeface="Arial" pitchFamily="34" charset="0"/>
            </a:endParaRPr>
          </a:p>
        </p:txBody>
      </p:sp>
      <p:graphicFrame>
        <p:nvGraphicFramePr>
          <p:cNvPr id="5" name="Tableau 5"/>
          <p:cNvGraphicFramePr>
            <a:graphicFrameLocks noGrp="1"/>
          </p:cNvGraphicFramePr>
          <p:nvPr>
            <p:extLst>
              <p:ext uri="{D42A27DB-BD31-4B8C-83A1-F6EECF244321}">
                <p14:modId xmlns:p14="http://schemas.microsoft.com/office/powerpoint/2010/main" val="3336958973"/>
              </p:ext>
            </p:extLst>
          </p:nvPr>
        </p:nvGraphicFramePr>
        <p:xfrm>
          <a:off x="1524000" y="1396994"/>
          <a:ext cx="6147460" cy="2926432"/>
        </p:xfrm>
        <a:graphic>
          <a:graphicData uri="http://schemas.openxmlformats.org/drawingml/2006/table">
            <a:tbl>
              <a:tblPr bandRow="1">
                <a:tableStyleId>{5C22544A-7EE6-4342-B048-85BDC9FD1C3A}</a:tableStyleId>
              </a:tblPr>
              <a:tblGrid>
                <a:gridCol w="2169226">
                  <a:extLst>
                    <a:ext uri="{9D8B030D-6E8A-4147-A177-3AD203B41FA5}">
                      <a16:colId xmlns:a16="http://schemas.microsoft.com/office/drawing/2014/main" val="20000"/>
                    </a:ext>
                  </a:extLst>
                </a:gridCol>
                <a:gridCol w="3978234">
                  <a:extLst>
                    <a:ext uri="{9D8B030D-6E8A-4147-A177-3AD203B41FA5}">
                      <a16:colId xmlns:a16="http://schemas.microsoft.com/office/drawing/2014/main" val="20001"/>
                    </a:ext>
                  </a:extLst>
                </a:gridCol>
              </a:tblGrid>
              <a:tr h="365804">
                <a:tc>
                  <a:txBody>
                    <a:bodyPr/>
                    <a:lstStyle/>
                    <a:p>
                      <a:pPr>
                        <a:spcAft>
                          <a:spcPts val="0"/>
                        </a:spcAft>
                      </a:pPr>
                      <a:r>
                        <a:rPr lang="en-CA" sz="1100" b="1" dirty="0">
                          <a:latin typeface="+mn-lt"/>
                          <a:ea typeface="Times New Roman"/>
                          <a:cs typeface="Times New Roman"/>
                        </a:rPr>
                        <a:t>Document #:</a:t>
                      </a:r>
                      <a:endParaRPr lang="en-US" sz="1200" dirty="0">
                        <a:latin typeface="+mn-lt"/>
                        <a:ea typeface="Times New Roman"/>
                        <a:cs typeface="Times New Roman"/>
                      </a:endParaRPr>
                    </a:p>
                  </a:txBody>
                  <a:tcPr marL="68580" marR="68580" marT="0" marB="0" anchor="ctr"/>
                </a:tc>
                <a:tc>
                  <a:txBody>
                    <a:bodyPr/>
                    <a:lstStyle/>
                    <a:p>
                      <a:pPr>
                        <a:spcAft>
                          <a:spcPts val="0"/>
                        </a:spcAft>
                      </a:pPr>
                      <a:r>
                        <a:rPr lang="fr-FR" sz="1100" b="1" kern="1200" dirty="0">
                          <a:solidFill>
                            <a:schemeClr val="dk1"/>
                          </a:solidFill>
                          <a:latin typeface="+mn-lt"/>
                          <a:ea typeface="SimSun"/>
                          <a:cs typeface="Times New Roman"/>
                        </a:rPr>
                        <a:t>4124002</a:t>
                      </a:r>
                      <a:endParaRPr lang="en-US" sz="1100" b="1" kern="1200" dirty="0">
                        <a:solidFill>
                          <a:schemeClr val="dk1"/>
                        </a:solidFill>
                        <a:latin typeface="+mn-lt"/>
                        <a:ea typeface="SimSun"/>
                        <a:cs typeface="Times New Roman"/>
                      </a:endParaRPr>
                    </a:p>
                  </a:txBody>
                  <a:tcPr marL="68580" marR="68580" marT="0" marB="0" anchor="ctr"/>
                </a:tc>
                <a:extLst>
                  <a:ext uri="{0D108BD9-81ED-4DB2-BD59-A6C34878D82A}">
                    <a16:rowId xmlns:a16="http://schemas.microsoft.com/office/drawing/2014/main" val="10000"/>
                  </a:ext>
                </a:extLst>
              </a:tr>
              <a:tr h="365804">
                <a:tc>
                  <a:txBody>
                    <a:bodyPr/>
                    <a:lstStyle/>
                    <a:p>
                      <a:pPr>
                        <a:spcAft>
                          <a:spcPts val="0"/>
                        </a:spcAft>
                      </a:pPr>
                      <a:r>
                        <a:rPr lang="en-CA" sz="1100" b="1" dirty="0">
                          <a:latin typeface="+mn-lt"/>
                          <a:ea typeface="Times New Roman"/>
                          <a:cs typeface="Times New Roman"/>
                        </a:rPr>
                        <a:t>Legacy #:</a:t>
                      </a:r>
                      <a:endParaRPr lang="en-US" sz="1200" dirty="0">
                        <a:latin typeface="+mn-lt"/>
                        <a:ea typeface="Times New Roman"/>
                        <a:cs typeface="Times New Roman"/>
                      </a:endParaRPr>
                    </a:p>
                  </a:txBody>
                  <a:tcPr marL="68580" marR="68580" marT="0" marB="0" anchor="ctr"/>
                </a:tc>
                <a:tc>
                  <a:txBody>
                    <a:bodyPr/>
                    <a:lstStyle/>
                    <a:p>
                      <a:pPr algn="l" fontAlgn="auto">
                        <a:spcAft>
                          <a:spcPts val="0"/>
                        </a:spcAft>
                      </a:pPr>
                      <a:endParaRPr lang="en-US" sz="1200" dirty="0">
                        <a:latin typeface="+mn-lt"/>
                        <a:ea typeface="Times New Roman"/>
                        <a:cs typeface="Times New Roman"/>
                      </a:endParaRPr>
                    </a:p>
                  </a:txBody>
                  <a:tcPr marL="68580" marR="68580" marT="0" marB="0" anchor="ctr"/>
                </a:tc>
                <a:extLst>
                  <a:ext uri="{0D108BD9-81ED-4DB2-BD59-A6C34878D82A}">
                    <a16:rowId xmlns:a16="http://schemas.microsoft.com/office/drawing/2014/main" val="10001"/>
                  </a:ext>
                </a:extLst>
              </a:tr>
              <a:tr h="365804">
                <a:tc>
                  <a:txBody>
                    <a:bodyPr/>
                    <a:lstStyle/>
                    <a:p>
                      <a:pPr>
                        <a:spcAft>
                          <a:spcPts val="0"/>
                        </a:spcAft>
                      </a:pPr>
                      <a:r>
                        <a:rPr lang="en-CA" sz="1100" b="1" dirty="0">
                          <a:latin typeface="+mn-lt"/>
                          <a:ea typeface="Times New Roman"/>
                          <a:cs typeface="Times New Roman"/>
                        </a:rPr>
                        <a:t>Revision:</a:t>
                      </a:r>
                      <a:endParaRPr lang="en-US" sz="1200" dirty="0">
                        <a:latin typeface="+mn-lt"/>
                        <a:ea typeface="Times New Roman"/>
                        <a:cs typeface="Times New Roman"/>
                      </a:endParaRPr>
                    </a:p>
                  </a:txBody>
                  <a:tcPr marL="68580" marR="68580" marT="0" marB="0" anchor="ctr"/>
                </a:tc>
                <a:tc>
                  <a:txBody>
                    <a:bodyPr/>
                    <a:lstStyle/>
                    <a:p>
                      <a:pPr algn="l" fontAlgn="auto">
                        <a:spcAft>
                          <a:spcPts val="0"/>
                        </a:spcAft>
                      </a:pPr>
                      <a:r>
                        <a:rPr lang="en-CA" sz="1100" b="1" dirty="0">
                          <a:latin typeface="+mn-lt"/>
                          <a:ea typeface="Times New Roman"/>
                          <a:cs typeface="Times New Roman"/>
                        </a:rPr>
                        <a:t>01.12</a:t>
                      </a:r>
                      <a:endParaRPr lang="en-US" sz="1200" dirty="0">
                        <a:latin typeface="+mn-lt"/>
                        <a:ea typeface="Times New Roman"/>
                        <a:cs typeface="Times New Roman"/>
                      </a:endParaRPr>
                    </a:p>
                  </a:txBody>
                  <a:tcPr marL="68580" marR="68580" marT="0" marB="0" anchor="ctr"/>
                </a:tc>
                <a:extLst>
                  <a:ext uri="{0D108BD9-81ED-4DB2-BD59-A6C34878D82A}">
                    <a16:rowId xmlns:a16="http://schemas.microsoft.com/office/drawing/2014/main" val="10002"/>
                  </a:ext>
                </a:extLst>
              </a:tr>
              <a:tr h="365804">
                <a:tc>
                  <a:txBody>
                    <a:bodyPr/>
                    <a:lstStyle/>
                    <a:p>
                      <a:pPr>
                        <a:spcAft>
                          <a:spcPts val="0"/>
                        </a:spcAft>
                      </a:pPr>
                      <a:r>
                        <a:rPr lang="en-CA" sz="1100" b="1" dirty="0">
                          <a:latin typeface="+mn-lt"/>
                          <a:ea typeface="Times New Roman"/>
                          <a:cs typeface="Times New Roman"/>
                        </a:rPr>
                        <a:t>Document Type:</a:t>
                      </a:r>
                      <a:endParaRPr lang="en-US" sz="1200" dirty="0">
                        <a:latin typeface="+mn-lt"/>
                        <a:ea typeface="Times New Roman"/>
                        <a:cs typeface="Times New Roman"/>
                      </a:endParaRPr>
                    </a:p>
                  </a:txBody>
                  <a:tcPr marL="68580" marR="68580" marT="0" marB="0" anchor="ctr"/>
                </a:tc>
                <a:tc>
                  <a:txBody>
                    <a:bodyPr/>
                    <a:lstStyle/>
                    <a:p>
                      <a:pPr algn="l" fontAlgn="auto">
                        <a:spcAft>
                          <a:spcPts val="0"/>
                        </a:spcAft>
                      </a:pPr>
                      <a:r>
                        <a:rPr lang="en-CA" sz="1100" b="1" dirty="0">
                          <a:latin typeface="+mn-lt"/>
                          <a:ea typeface="SimSun"/>
                          <a:cs typeface="Times New Roman"/>
                        </a:rPr>
                        <a:t>Template</a:t>
                      </a:r>
                      <a:endParaRPr lang="en-US" sz="1200" dirty="0">
                        <a:latin typeface="+mn-lt"/>
                        <a:ea typeface="Times New Roman"/>
                        <a:cs typeface="Times New Roman"/>
                      </a:endParaRPr>
                    </a:p>
                  </a:txBody>
                  <a:tcPr marL="68580" marR="68580" marT="0" marB="0" anchor="ctr"/>
                </a:tc>
                <a:extLst>
                  <a:ext uri="{0D108BD9-81ED-4DB2-BD59-A6C34878D82A}">
                    <a16:rowId xmlns:a16="http://schemas.microsoft.com/office/drawing/2014/main" val="10003"/>
                  </a:ext>
                </a:extLst>
              </a:tr>
              <a:tr h="365804">
                <a:tc>
                  <a:txBody>
                    <a:bodyPr/>
                    <a:lstStyle/>
                    <a:p>
                      <a:pPr>
                        <a:spcAft>
                          <a:spcPts val="0"/>
                        </a:spcAft>
                      </a:pPr>
                      <a:r>
                        <a:rPr lang="en-CA" sz="1100" b="1" dirty="0">
                          <a:latin typeface="+mn-lt"/>
                          <a:ea typeface="Times New Roman"/>
                          <a:cs typeface="Times New Roman"/>
                        </a:rPr>
                        <a:t>Customer Name :</a:t>
                      </a:r>
                      <a:endParaRPr lang="en-US" sz="1200" dirty="0">
                        <a:latin typeface="+mn-lt"/>
                        <a:ea typeface="Times New Roman"/>
                        <a:cs typeface="Times New Roman"/>
                      </a:endParaRPr>
                    </a:p>
                  </a:txBody>
                  <a:tcPr marL="68580" marR="68580" marT="0" marB="0" anchor="ctr"/>
                </a:tc>
                <a:tc>
                  <a:txBody>
                    <a:bodyPr/>
                    <a:lstStyle/>
                    <a:p>
                      <a:pPr algn="l" fontAlgn="auto">
                        <a:spcAft>
                          <a:spcPts val="0"/>
                        </a:spcAft>
                      </a:pPr>
                      <a:r>
                        <a:rPr lang="en-CA" sz="1100" b="1" dirty="0">
                          <a:latin typeface="+mn-lt"/>
                          <a:ea typeface="SimSun"/>
                          <a:cs typeface="Times New Roman"/>
                        </a:rPr>
                        <a:t>N/A</a:t>
                      </a:r>
                      <a:endParaRPr lang="en-US" sz="1200" dirty="0">
                        <a:latin typeface="+mn-lt"/>
                        <a:ea typeface="Times New Roman"/>
                        <a:cs typeface="Times New Roman"/>
                      </a:endParaRPr>
                    </a:p>
                  </a:txBody>
                  <a:tcPr marL="68580" marR="68580" marT="0" marB="0" anchor="ctr"/>
                </a:tc>
                <a:extLst>
                  <a:ext uri="{0D108BD9-81ED-4DB2-BD59-A6C34878D82A}">
                    <a16:rowId xmlns:a16="http://schemas.microsoft.com/office/drawing/2014/main" val="10004"/>
                  </a:ext>
                </a:extLst>
              </a:tr>
              <a:tr h="365804">
                <a:tc>
                  <a:txBody>
                    <a:bodyPr/>
                    <a:lstStyle/>
                    <a:p>
                      <a:pPr>
                        <a:spcAft>
                          <a:spcPts val="0"/>
                        </a:spcAft>
                      </a:pPr>
                      <a:r>
                        <a:rPr lang="en-CA" sz="1100" b="1" dirty="0">
                          <a:latin typeface="+mn-lt"/>
                          <a:ea typeface="Times New Roman"/>
                          <a:cs typeface="Times New Roman"/>
                        </a:rPr>
                        <a:t>Author:</a:t>
                      </a:r>
                      <a:endParaRPr lang="en-US" sz="1200" dirty="0">
                        <a:latin typeface="+mn-lt"/>
                        <a:ea typeface="Times New Roman"/>
                        <a:cs typeface="Times New Roman"/>
                      </a:endParaRPr>
                    </a:p>
                  </a:txBody>
                  <a:tcPr marL="68580" marR="68580" marT="0" marB="0" anchor="ctr"/>
                </a:tc>
                <a:tc>
                  <a:txBody>
                    <a:bodyPr/>
                    <a:lstStyle/>
                    <a:p>
                      <a:pPr algn="l" fontAlgn="auto">
                        <a:spcAft>
                          <a:spcPts val="0"/>
                        </a:spcAft>
                      </a:pPr>
                      <a:r>
                        <a:rPr lang="en-CA" sz="1100" b="1" dirty="0">
                          <a:latin typeface="+mn-lt"/>
                          <a:ea typeface="SimSun"/>
                          <a:cs typeface="Times New Roman"/>
                        </a:rPr>
                        <a:t>SEPG</a:t>
                      </a:r>
                      <a:endParaRPr lang="en-US" sz="1200" dirty="0">
                        <a:latin typeface="+mn-lt"/>
                        <a:ea typeface="Times New Roman"/>
                        <a:cs typeface="Times New Roman"/>
                      </a:endParaRPr>
                    </a:p>
                  </a:txBody>
                  <a:tcPr marL="68580" marR="68580" marT="0" marB="0" anchor="ctr"/>
                </a:tc>
                <a:extLst>
                  <a:ext uri="{0D108BD9-81ED-4DB2-BD59-A6C34878D82A}">
                    <a16:rowId xmlns:a16="http://schemas.microsoft.com/office/drawing/2014/main" val="10005"/>
                  </a:ext>
                </a:extLst>
              </a:tr>
              <a:tr h="365804">
                <a:tc>
                  <a:txBody>
                    <a:bodyPr/>
                    <a:lstStyle/>
                    <a:p>
                      <a:pPr>
                        <a:spcAft>
                          <a:spcPts val="0"/>
                        </a:spcAft>
                      </a:pPr>
                      <a:r>
                        <a:rPr lang="en-CA" sz="1100" b="1">
                          <a:latin typeface="+mn-lt"/>
                          <a:ea typeface="Times New Roman"/>
                          <a:cs typeface="Times New Roman"/>
                        </a:rPr>
                        <a:t>Author Document Creation Site:</a:t>
                      </a:r>
                      <a:endParaRPr lang="en-US" sz="1200">
                        <a:latin typeface="+mn-lt"/>
                        <a:ea typeface="Times New Roman"/>
                        <a:cs typeface="Times New Roman"/>
                      </a:endParaRPr>
                    </a:p>
                  </a:txBody>
                  <a:tcPr marL="68580" marR="68580" marT="0" marB="0" anchor="ctr"/>
                </a:tc>
                <a:tc>
                  <a:txBody>
                    <a:bodyPr/>
                    <a:lstStyle/>
                    <a:p>
                      <a:pPr algn="l" fontAlgn="auto">
                        <a:spcAft>
                          <a:spcPts val="0"/>
                        </a:spcAft>
                      </a:pPr>
                      <a:r>
                        <a:rPr lang="en-CA" sz="1100" b="1" dirty="0">
                          <a:latin typeface="+mn-lt"/>
                          <a:ea typeface="Times New Roman"/>
                          <a:cs typeface="Times New Roman"/>
                        </a:rPr>
                        <a:t>ILM</a:t>
                      </a:r>
                      <a:endParaRPr lang="en-US" sz="1200" dirty="0">
                        <a:latin typeface="+mn-lt"/>
                        <a:ea typeface="Times New Roman"/>
                        <a:cs typeface="Times New Roman"/>
                      </a:endParaRPr>
                    </a:p>
                  </a:txBody>
                  <a:tcPr marL="68580" marR="68580" marT="0" marB="0" anchor="ctr"/>
                </a:tc>
                <a:extLst>
                  <a:ext uri="{0D108BD9-81ED-4DB2-BD59-A6C34878D82A}">
                    <a16:rowId xmlns:a16="http://schemas.microsoft.com/office/drawing/2014/main" val="10006"/>
                  </a:ext>
                </a:extLst>
              </a:tr>
              <a:tr h="365804">
                <a:tc>
                  <a:txBody>
                    <a:bodyPr/>
                    <a:lstStyle/>
                    <a:p>
                      <a:pPr>
                        <a:spcAft>
                          <a:spcPts val="0"/>
                        </a:spcAft>
                      </a:pPr>
                      <a:r>
                        <a:rPr lang="en-CA" sz="1100" b="1">
                          <a:latin typeface="+mn-lt"/>
                          <a:ea typeface="Times New Roman"/>
                          <a:cs typeface="Times New Roman"/>
                        </a:rPr>
                        <a:t>Document Location:</a:t>
                      </a:r>
                      <a:endParaRPr lang="en-US" sz="1200">
                        <a:latin typeface="+mn-lt"/>
                        <a:ea typeface="Times New Roman"/>
                        <a:cs typeface="Times New Roman"/>
                      </a:endParaRPr>
                    </a:p>
                  </a:txBody>
                  <a:tcPr marL="68580" marR="68580" marT="0" marB="0" anchor="ctr"/>
                </a:tc>
                <a:tc>
                  <a:txBody>
                    <a:bodyPr/>
                    <a:lstStyle/>
                    <a:p>
                      <a:pPr algn="l" fontAlgn="auto">
                        <a:spcAft>
                          <a:spcPts val="0"/>
                        </a:spcAft>
                      </a:pPr>
                      <a:r>
                        <a:rPr lang="en-CA" sz="1100" b="1" dirty="0" err="1">
                          <a:latin typeface="+mn-lt"/>
                          <a:ea typeface="SimSun"/>
                          <a:cs typeface="Times New Roman"/>
                        </a:rPr>
                        <a:t>FileHold</a:t>
                      </a:r>
                      <a:endParaRPr lang="en-US" sz="1200" dirty="0">
                        <a:latin typeface="+mn-lt"/>
                        <a:ea typeface="Times New Roman"/>
                        <a:cs typeface="Times New Roman"/>
                      </a:endParaRPr>
                    </a:p>
                  </a:txBody>
                  <a:tcPr marL="68580" marR="68580" marT="0" marB="0"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15849314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noProof="0" dirty="0"/>
              <a:t>Template Change History</a:t>
            </a:r>
          </a:p>
        </p:txBody>
      </p:sp>
      <p:graphicFrame>
        <p:nvGraphicFramePr>
          <p:cNvPr id="8" name="Tableau 7"/>
          <p:cNvGraphicFramePr>
            <a:graphicFrameLocks noGrp="1"/>
          </p:cNvGraphicFramePr>
          <p:nvPr>
            <p:extLst>
              <p:ext uri="{D42A27DB-BD31-4B8C-83A1-F6EECF244321}">
                <p14:modId xmlns:p14="http://schemas.microsoft.com/office/powerpoint/2010/main" val="3545890825"/>
              </p:ext>
            </p:extLst>
          </p:nvPr>
        </p:nvGraphicFramePr>
        <p:xfrm>
          <a:off x="550224" y="1235035"/>
          <a:ext cx="8066238" cy="4722339"/>
        </p:xfrm>
        <a:graphic>
          <a:graphicData uri="http://schemas.openxmlformats.org/drawingml/2006/table">
            <a:tbl>
              <a:tblPr firstRow="1" bandRow="1">
                <a:tableStyleId>{5C22544A-7EE6-4342-B048-85BDC9FD1C3A}</a:tableStyleId>
              </a:tblPr>
              <a:tblGrid>
                <a:gridCol w="827313">
                  <a:extLst>
                    <a:ext uri="{9D8B030D-6E8A-4147-A177-3AD203B41FA5}">
                      <a16:colId xmlns:a16="http://schemas.microsoft.com/office/drawing/2014/main" val="20000"/>
                    </a:ext>
                  </a:extLst>
                </a:gridCol>
                <a:gridCol w="1087821">
                  <a:extLst>
                    <a:ext uri="{9D8B030D-6E8A-4147-A177-3AD203B41FA5}">
                      <a16:colId xmlns:a16="http://schemas.microsoft.com/office/drawing/2014/main" val="20001"/>
                    </a:ext>
                  </a:extLst>
                </a:gridCol>
                <a:gridCol w="5013965">
                  <a:extLst>
                    <a:ext uri="{9D8B030D-6E8A-4147-A177-3AD203B41FA5}">
                      <a16:colId xmlns:a16="http://schemas.microsoft.com/office/drawing/2014/main" val="20002"/>
                    </a:ext>
                  </a:extLst>
                </a:gridCol>
                <a:gridCol w="1137139">
                  <a:extLst>
                    <a:ext uri="{9D8B030D-6E8A-4147-A177-3AD203B41FA5}">
                      <a16:colId xmlns:a16="http://schemas.microsoft.com/office/drawing/2014/main" val="20003"/>
                    </a:ext>
                  </a:extLst>
                </a:gridCol>
              </a:tblGrid>
              <a:tr h="356259">
                <a:tc>
                  <a:txBody>
                    <a:bodyPr/>
                    <a:lstStyle/>
                    <a:p>
                      <a:r>
                        <a:rPr lang="en-US" sz="1200" noProof="0" dirty="0"/>
                        <a:t>Revision</a:t>
                      </a:r>
                    </a:p>
                  </a:txBody>
                  <a:tcPr anchor="ctr">
                    <a:lnL w="28575" cap="flat" cmpd="sng" algn="ctr">
                      <a:noFill/>
                      <a:prstDash val="solid"/>
                      <a:round/>
                      <a:headEnd type="none" w="med" len="med"/>
                      <a:tailEnd type="none" w="med" len="med"/>
                    </a:lnL>
                    <a:lnT w="28575" cap="flat" cmpd="sng" algn="ctr">
                      <a:noFill/>
                      <a:prstDash val="solid"/>
                      <a:round/>
                      <a:headEnd type="none" w="med" len="med"/>
                      <a:tailEnd type="none" w="med" len="med"/>
                    </a:lnT>
                  </a:tcPr>
                </a:tc>
                <a:tc>
                  <a:txBody>
                    <a:bodyPr/>
                    <a:lstStyle/>
                    <a:p>
                      <a:r>
                        <a:rPr lang="en-US" sz="1200" noProof="0" dirty="0"/>
                        <a:t>Date</a:t>
                      </a:r>
                    </a:p>
                  </a:txBody>
                  <a:tcPr anchor="ctr">
                    <a:lnT w="28575" cap="flat" cmpd="sng" algn="ctr">
                      <a:noFill/>
                      <a:prstDash val="solid"/>
                      <a:round/>
                      <a:headEnd type="none" w="med" len="med"/>
                      <a:tailEnd type="none" w="med" len="med"/>
                    </a:lnT>
                  </a:tcPr>
                </a:tc>
                <a:tc>
                  <a:txBody>
                    <a:bodyPr/>
                    <a:lstStyle/>
                    <a:p>
                      <a:r>
                        <a:rPr lang="en-US" sz="1200" noProof="0" dirty="0"/>
                        <a:t>Change History</a:t>
                      </a:r>
                    </a:p>
                  </a:txBody>
                  <a:tcPr anchor="ctr">
                    <a:lnT w="28575" cap="flat" cmpd="sng" algn="ctr">
                      <a:noFill/>
                      <a:prstDash val="solid"/>
                      <a:round/>
                      <a:headEnd type="none" w="med" len="med"/>
                      <a:tailEnd type="none" w="med" len="med"/>
                    </a:lnT>
                  </a:tcPr>
                </a:tc>
                <a:tc>
                  <a:txBody>
                    <a:bodyPr/>
                    <a:lstStyle/>
                    <a:p>
                      <a:r>
                        <a:rPr lang="en-US" sz="1200" noProof="0" dirty="0"/>
                        <a:t>Author</a:t>
                      </a:r>
                    </a:p>
                  </a:txBody>
                  <a:tcPr anchor="ctr">
                    <a:lnR w="28575" cap="flat" cmpd="sng" algn="ctr">
                      <a:noFill/>
                      <a:prstDash val="solid"/>
                      <a:round/>
                      <a:headEnd type="none" w="med" len="med"/>
                      <a:tailEnd type="none" w="med" len="med"/>
                    </a:lnR>
                    <a:lnT w="28575" cap="flat" cmpd="sng" algn="ctr">
                      <a:noFill/>
                      <a:prstDash val="solid"/>
                      <a:round/>
                      <a:headEnd type="none" w="med" len="med"/>
                      <a:tailEnd type="none" w="med" len="med"/>
                    </a:lnT>
                  </a:tcPr>
                </a:tc>
                <a:extLst>
                  <a:ext uri="{0D108BD9-81ED-4DB2-BD59-A6C34878D82A}">
                    <a16:rowId xmlns:a16="http://schemas.microsoft.com/office/drawing/2014/main" val="10000"/>
                  </a:ext>
                </a:extLst>
              </a:tr>
              <a:tr h="360000">
                <a:tc>
                  <a:txBody>
                    <a:bodyPr/>
                    <a:lstStyle/>
                    <a:p>
                      <a:r>
                        <a:rPr lang="en-US" sz="1400" noProof="0" dirty="0"/>
                        <a:t>01.00</a:t>
                      </a:r>
                    </a:p>
                  </a:txBody>
                  <a:tcPr anchor="ctr">
                    <a:lnL w="28575" cap="flat" cmpd="sng" algn="ctr">
                      <a:noFill/>
                      <a:prstDash val="solid"/>
                      <a:round/>
                      <a:headEnd type="none" w="med" len="med"/>
                      <a:tailEnd type="none" w="med" len="med"/>
                    </a:lnL>
                  </a:tcPr>
                </a:tc>
                <a:tc>
                  <a:txBody>
                    <a:bodyPr/>
                    <a:lstStyle/>
                    <a:p>
                      <a:r>
                        <a:rPr lang="en-US" sz="1400" noProof="0" dirty="0"/>
                        <a:t>2012/12/03</a:t>
                      </a:r>
                    </a:p>
                  </a:txBody>
                  <a:tcPr anchor="ctr"/>
                </a:tc>
                <a:tc>
                  <a:txBody>
                    <a:bodyPr/>
                    <a:lstStyle/>
                    <a:p>
                      <a:r>
                        <a:rPr lang="en-US" sz="1400" noProof="0" dirty="0"/>
                        <a:t>Creation</a:t>
                      </a:r>
                    </a:p>
                  </a:txBody>
                  <a:tcPr anchor="ctr"/>
                </a:tc>
                <a:tc>
                  <a:txBody>
                    <a:bodyPr/>
                    <a:lstStyle/>
                    <a:p>
                      <a:r>
                        <a:rPr lang="en-US" sz="1400" noProof="0" dirty="0"/>
                        <a:t>T. Barataud</a:t>
                      </a:r>
                    </a:p>
                  </a:txBody>
                  <a:tcPr anchor="ctr">
                    <a:lnR w="28575" cap="flat" cmpd="sng" algn="ctr">
                      <a:noFill/>
                      <a:prstDash val="solid"/>
                      <a:round/>
                      <a:headEnd type="none" w="med" len="med"/>
                      <a:tailEnd type="none" w="med" len="med"/>
                    </a:lnR>
                  </a:tcPr>
                </a:tc>
                <a:extLst>
                  <a:ext uri="{0D108BD9-81ED-4DB2-BD59-A6C34878D82A}">
                    <a16:rowId xmlns:a16="http://schemas.microsoft.com/office/drawing/2014/main" val="10001"/>
                  </a:ext>
                </a:extLst>
              </a:tr>
              <a:tr h="360000">
                <a:tc>
                  <a:txBody>
                    <a:bodyPr/>
                    <a:lstStyle/>
                    <a:p>
                      <a:r>
                        <a:rPr lang="en-US" sz="1400" noProof="0" dirty="0"/>
                        <a:t>01.01</a:t>
                      </a:r>
                    </a:p>
                  </a:txBody>
                  <a:tcPr anchor="ctr">
                    <a:lnL w="28575" cap="flat" cmpd="sng" algn="ctr">
                      <a:noFill/>
                      <a:prstDash val="solid"/>
                      <a:round/>
                      <a:headEnd type="none" w="med" len="med"/>
                      <a:tailEnd type="none" w="med" len="med"/>
                    </a:lnL>
                  </a:tcPr>
                </a:tc>
                <a:tc>
                  <a:txBody>
                    <a:bodyPr/>
                    <a:lstStyle/>
                    <a:p>
                      <a:r>
                        <a:rPr lang="en-US" sz="1400" noProof="0" dirty="0"/>
                        <a:t>2012/12/14</a:t>
                      </a:r>
                    </a:p>
                  </a:txBody>
                  <a:tcPr anchor="ctr"/>
                </a:tc>
                <a:tc>
                  <a:txBody>
                    <a:bodyPr/>
                    <a:lstStyle/>
                    <a:p>
                      <a:r>
                        <a:rPr lang="en-US" sz="1400" noProof="0" dirty="0"/>
                        <a:t>Update after</a:t>
                      </a:r>
                      <a:r>
                        <a:rPr lang="en-US" sz="1400" baseline="0" noProof="0" dirty="0"/>
                        <a:t> presentation during workshop</a:t>
                      </a:r>
                      <a:endParaRPr lang="en-US" sz="1400" noProof="0" dirty="0"/>
                    </a:p>
                  </a:txBody>
                  <a:tcPr anchor="ctr"/>
                </a:tc>
                <a:tc>
                  <a:txBody>
                    <a:bodyPr/>
                    <a:lstStyle/>
                    <a:p>
                      <a:r>
                        <a:rPr lang="en-US" sz="1400" noProof="0" dirty="0"/>
                        <a:t>P-Y Klein</a:t>
                      </a:r>
                    </a:p>
                  </a:txBody>
                  <a:tcPr anchor="ctr">
                    <a:lnR w="28575" cap="flat" cmpd="sng" algn="ctr">
                      <a:noFill/>
                      <a:prstDash val="solid"/>
                      <a:round/>
                      <a:headEnd type="none" w="med" len="med"/>
                      <a:tailEnd type="none" w="med" len="med"/>
                    </a:lnR>
                  </a:tcPr>
                </a:tc>
                <a:extLst>
                  <a:ext uri="{0D108BD9-81ED-4DB2-BD59-A6C34878D82A}">
                    <a16:rowId xmlns:a16="http://schemas.microsoft.com/office/drawing/2014/main" val="10002"/>
                  </a:ext>
                </a:extLst>
              </a:tr>
              <a:tr h="360000">
                <a:tc>
                  <a:txBody>
                    <a:bodyPr/>
                    <a:lstStyle/>
                    <a:p>
                      <a:r>
                        <a:rPr lang="en-US" sz="1400" noProof="0" dirty="0"/>
                        <a:t>01.02</a:t>
                      </a:r>
                    </a:p>
                  </a:txBody>
                  <a:tcPr anchor="ctr">
                    <a:lnL w="28575" cap="flat" cmpd="sng" algn="ctr">
                      <a:noFill/>
                      <a:prstDash val="solid"/>
                      <a:round/>
                      <a:headEnd type="none" w="med" len="med"/>
                      <a:tailEnd type="none" w="med" len="med"/>
                    </a:lnL>
                  </a:tcPr>
                </a:tc>
                <a:tc>
                  <a:txBody>
                    <a:bodyPr/>
                    <a:lstStyle/>
                    <a:p>
                      <a:r>
                        <a:rPr lang="en-US" sz="1400" noProof="0" dirty="0"/>
                        <a:t>2013/01/18</a:t>
                      </a:r>
                    </a:p>
                  </a:txBody>
                  <a:tcPr anchor="ctr"/>
                </a:tc>
                <a:tc>
                  <a:txBody>
                    <a:bodyPr/>
                    <a:lstStyle/>
                    <a:p>
                      <a:r>
                        <a:rPr lang="en-US" sz="1400" noProof="0" dirty="0"/>
                        <a:t>Update of </a:t>
                      </a:r>
                      <a:r>
                        <a:rPr lang="en-US" sz="1400" baseline="0" noProof="0" dirty="0"/>
                        <a:t> QA plan. Upload in </a:t>
                      </a:r>
                      <a:r>
                        <a:rPr lang="en-US" sz="1400" baseline="0" noProof="0" dirty="0" err="1"/>
                        <a:t>FileHold</a:t>
                      </a:r>
                      <a:r>
                        <a:rPr lang="en-US" sz="1400" baseline="0" noProof="0" dirty="0"/>
                        <a:t> </a:t>
                      </a:r>
                      <a:r>
                        <a:rPr lang="en-US" sz="1400" noProof="0" dirty="0"/>
                        <a:t>4124003</a:t>
                      </a:r>
                    </a:p>
                  </a:txBody>
                  <a:tcPr anchor="ctr"/>
                </a:tc>
                <a:tc>
                  <a:txBody>
                    <a:bodyPr/>
                    <a:lstStyle/>
                    <a:p>
                      <a:r>
                        <a:rPr lang="en-US" sz="1400" noProof="0" dirty="0"/>
                        <a:t>P-Y Klein</a:t>
                      </a:r>
                    </a:p>
                  </a:txBody>
                  <a:tcPr anchor="ctr">
                    <a:lnR w="28575" cap="flat" cmpd="sng" algn="ctr">
                      <a:noFill/>
                      <a:prstDash val="solid"/>
                      <a:round/>
                      <a:headEnd type="none" w="med" len="med"/>
                      <a:tailEnd type="none" w="med" len="med"/>
                    </a:lnR>
                  </a:tcPr>
                </a:tc>
                <a:extLst>
                  <a:ext uri="{0D108BD9-81ED-4DB2-BD59-A6C34878D82A}">
                    <a16:rowId xmlns:a16="http://schemas.microsoft.com/office/drawing/2014/main" val="10003"/>
                  </a:ext>
                </a:extLst>
              </a:tr>
              <a:tr h="360000">
                <a:tc>
                  <a:txBody>
                    <a:bodyPr/>
                    <a:lstStyle/>
                    <a:p>
                      <a:r>
                        <a:rPr lang="en-US" sz="1400" noProof="0" dirty="0"/>
                        <a:t>01.03</a:t>
                      </a:r>
                    </a:p>
                  </a:txBody>
                  <a:tcPr>
                    <a:lnL w="28575" cap="flat" cmpd="sng" algn="ctr">
                      <a:noFill/>
                      <a:prstDash val="solid"/>
                      <a:round/>
                      <a:headEnd type="none" w="med" len="med"/>
                      <a:tailEnd type="none" w="med" len="med"/>
                    </a:lnL>
                  </a:tcPr>
                </a:tc>
                <a:tc>
                  <a:txBody>
                    <a:bodyPr/>
                    <a:lstStyle/>
                    <a:p>
                      <a:pPr marL="0" algn="l" defTabSz="914400" rtl="0" eaLnBrk="1" latinLnBrk="0" hangingPunct="1"/>
                      <a:r>
                        <a:rPr lang="en-US" sz="1400" kern="1200" noProof="0" dirty="0">
                          <a:solidFill>
                            <a:schemeClr val="dk1"/>
                          </a:solidFill>
                          <a:latin typeface="+mn-lt"/>
                          <a:ea typeface="+mn-ea"/>
                          <a:cs typeface="+mn-cs"/>
                        </a:rPr>
                        <a:t>2013/04/17</a:t>
                      </a:r>
                    </a:p>
                  </a:txBody>
                  <a:tcPr/>
                </a:tc>
                <a:tc>
                  <a:txBody>
                    <a:bodyPr/>
                    <a:lstStyle/>
                    <a:p>
                      <a:r>
                        <a:rPr lang="en-US" sz="1400" noProof="0" dirty="0"/>
                        <a:t>Update of QA Plan and Suppliers part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t>P-Y Klein</a:t>
                      </a:r>
                    </a:p>
                    <a:p>
                      <a:endParaRPr lang="en-US" sz="1400" noProof="0" dirty="0"/>
                    </a:p>
                  </a:txBody>
                  <a:tcPr>
                    <a:lnR w="28575" cap="flat" cmpd="sng" algn="ctr">
                      <a:noFill/>
                      <a:prstDash val="solid"/>
                      <a:round/>
                      <a:headEnd type="none" w="med" len="med"/>
                      <a:tailEnd type="none" w="med" len="med"/>
                    </a:lnR>
                  </a:tcPr>
                </a:tc>
                <a:extLst>
                  <a:ext uri="{0D108BD9-81ED-4DB2-BD59-A6C34878D82A}">
                    <a16:rowId xmlns:a16="http://schemas.microsoft.com/office/drawing/2014/main" val="10004"/>
                  </a:ext>
                </a:extLst>
              </a:tr>
              <a:tr h="360000">
                <a:tc>
                  <a:txBody>
                    <a:bodyPr/>
                    <a:lstStyle/>
                    <a:p>
                      <a:r>
                        <a:rPr lang="en-US" sz="1400" noProof="0" dirty="0"/>
                        <a:t>01.04</a:t>
                      </a:r>
                    </a:p>
                  </a:txBody>
                  <a:tcPr>
                    <a:lnL w="28575" cap="flat" cmpd="sng" algn="ctr">
                      <a:noFill/>
                      <a:prstDash val="solid"/>
                      <a:round/>
                      <a:headEnd type="none" w="med" len="med"/>
                      <a:tailEnd type="none" w="med" len="med"/>
                    </a:lnL>
                  </a:tcPr>
                </a:tc>
                <a:tc>
                  <a:txBody>
                    <a:bodyPr/>
                    <a:lstStyle/>
                    <a:p>
                      <a:pPr marL="0" algn="l" defTabSz="914400" rtl="0" eaLnBrk="1" latinLnBrk="0" hangingPunct="1"/>
                      <a:r>
                        <a:rPr lang="en-US" sz="1400" kern="1200" noProof="0" dirty="0">
                          <a:solidFill>
                            <a:schemeClr val="dk1"/>
                          </a:solidFill>
                          <a:latin typeface="+mn-lt"/>
                          <a:ea typeface="+mn-ea"/>
                          <a:cs typeface="+mn-cs"/>
                        </a:rPr>
                        <a:t>2013/06/26</a:t>
                      </a:r>
                    </a:p>
                  </a:txBody>
                  <a:tcPr/>
                </a:tc>
                <a:tc>
                  <a:txBody>
                    <a:bodyPr/>
                    <a:lstStyle/>
                    <a:p>
                      <a:r>
                        <a:rPr lang="en-US" sz="1400" noProof="0" dirty="0"/>
                        <a:t>ACT00181: Give</a:t>
                      </a:r>
                      <a:r>
                        <a:rPr lang="en-US" sz="1400" baseline="0" noProof="0" dirty="0"/>
                        <a:t> more details about Configuration Management (Source code and audit)</a:t>
                      </a:r>
                      <a:endParaRPr lang="en-US" sz="1400" noProof="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t>P-Y Klein</a:t>
                      </a:r>
                    </a:p>
                    <a:p>
                      <a:endParaRPr lang="en-US" sz="1400" noProof="0" dirty="0"/>
                    </a:p>
                  </a:txBody>
                  <a:tcPr>
                    <a:lnR w="28575" cap="flat" cmpd="sng" algn="ctr">
                      <a:noFill/>
                      <a:prstDash val="solid"/>
                      <a:round/>
                      <a:headEnd type="none" w="med" len="med"/>
                      <a:tailEnd type="none" w="med" len="med"/>
                    </a:lnR>
                  </a:tcPr>
                </a:tc>
                <a:extLst>
                  <a:ext uri="{0D108BD9-81ED-4DB2-BD59-A6C34878D82A}">
                    <a16:rowId xmlns:a16="http://schemas.microsoft.com/office/drawing/2014/main" val="10005"/>
                  </a:ext>
                </a:extLst>
              </a:tr>
              <a:tr h="360000">
                <a:tc>
                  <a:txBody>
                    <a:bodyPr/>
                    <a:lstStyle/>
                    <a:p>
                      <a:r>
                        <a:rPr lang="en-US" sz="1400" noProof="0" dirty="0"/>
                        <a:t>01.05</a:t>
                      </a:r>
                    </a:p>
                  </a:txBody>
                  <a:tcPr>
                    <a:lnL w="28575" cap="flat" cmpd="sng" algn="ctr">
                      <a:noFill/>
                      <a:prstDash val="solid"/>
                      <a:round/>
                      <a:headEnd type="none" w="med" len="med"/>
                      <a:tailEnd type="none" w="med" len="med"/>
                    </a:lnL>
                  </a:tcPr>
                </a:tc>
                <a:tc>
                  <a:txBody>
                    <a:bodyPr/>
                    <a:lstStyle/>
                    <a:p>
                      <a:pPr marL="0" algn="l" defTabSz="914400" rtl="0" eaLnBrk="1" latinLnBrk="0" hangingPunct="1"/>
                      <a:r>
                        <a:rPr lang="en-US" sz="1400" kern="1200" noProof="0" dirty="0">
                          <a:solidFill>
                            <a:schemeClr val="dk1"/>
                          </a:solidFill>
                          <a:latin typeface="+mn-lt"/>
                          <a:ea typeface="+mn-ea"/>
                          <a:cs typeface="+mn-cs"/>
                        </a:rPr>
                        <a:t>2013/07/10</a:t>
                      </a:r>
                    </a:p>
                  </a:txBody>
                  <a:tcPr/>
                </a:tc>
                <a:tc>
                  <a:txBody>
                    <a:bodyPr/>
                    <a:lstStyle/>
                    <a:p>
                      <a:r>
                        <a:rPr lang="en-US" sz="1400" noProof="0" dirty="0"/>
                        <a:t>ACT00191: update of supplier selection chapter</a:t>
                      </a:r>
                    </a:p>
                  </a:txBody>
                  <a:tcPr/>
                </a:tc>
                <a:tc>
                  <a:txBody>
                    <a:bodyPr/>
                    <a:lstStyle/>
                    <a:p>
                      <a:r>
                        <a:rPr lang="en-US" sz="1400" noProof="0" dirty="0"/>
                        <a:t>SEPG</a:t>
                      </a:r>
                    </a:p>
                  </a:txBody>
                  <a:tcPr>
                    <a:lnR w="28575" cap="flat" cmpd="sng" algn="ctr">
                      <a:noFill/>
                      <a:prstDash val="solid"/>
                      <a:round/>
                      <a:headEnd type="none" w="med" len="med"/>
                      <a:tailEnd type="none" w="med" len="med"/>
                    </a:lnR>
                  </a:tcPr>
                </a:tc>
                <a:extLst>
                  <a:ext uri="{0D108BD9-81ED-4DB2-BD59-A6C34878D82A}">
                    <a16:rowId xmlns:a16="http://schemas.microsoft.com/office/drawing/2014/main" val="10006"/>
                  </a:ext>
                </a:extLst>
              </a:tr>
              <a:tr h="360000">
                <a:tc>
                  <a:txBody>
                    <a:bodyPr/>
                    <a:lstStyle/>
                    <a:p>
                      <a:r>
                        <a:rPr lang="en-US" sz="1400" noProof="0" dirty="0"/>
                        <a:t>01.06</a:t>
                      </a:r>
                    </a:p>
                  </a:txBody>
                  <a:tcPr>
                    <a:lnL w="28575" cap="flat" cmpd="sng" algn="ctr">
                      <a:noFill/>
                      <a:prstDash val="solid"/>
                      <a:round/>
                      <a:headEnd type="none" w="med" len="med"/>
                      <a:tailEnd type="none" w="med" len="med"/>
                    </a:lnL>
                  </a:tcPr>
                </a:tc>
                <a:tc>
                  <a:txBody>
                    <a:bodyPr/>
                    <a:lstStyle/>
                    <a:p>
                      <a:pPr marL="0" algn="l" defTabSz="914400" rtl="0" eaLnBrk="1" latinLnBrk="0" hangingPunct="1"/>
                      <a:r>
                        <a:rPr lang="en-US" sz="1400" kern="1200" noProof="0" dirty="0">
                          <a:solidFill>
                            <a:schemeClr val="dk1"/>
                          </a:solidFill>
                          <a:latin typeface="+mn-lt"/>
                          <a:ea typeface="+mn-ea"/>
                          <a:cs typeface="+mn-cs"/>
                        </a:rPr>
                        <a:t>2013/11/18</a:t>
                      </a:r>
                    </a:p>
                  </a:txBody>
                  <a:tcPr/>
                </a:tc>
                <a:tc>
                  <a:txBody>
                    <a:bodyPr/>
                    <a:lstStyle/>
                    <a:p>
                      <a:r>
                        <a:rPr lang="en-US" sz="1400" noProof="0" dirty="0"/>
                        <a:t>Use</a:t>
                      </a:r>
                      <a:r>
                        <a:rPr lang="en-US" sz="1400" baseline="0" noProof="0" dirty="0"/>
                        <a:t> of new corporate template</a:t>
                      </a:r>
                    </a:p>
                    <a:p>
                      <a:r>
                        <a:rPr lang="en-US" sz="1400" baseline="0" noProof="0" dirty="0"/>
                        <a:t>ACT00284: Clarification on the mandatory aspect to have MRD reference on P44</a:t>
                      </a:r>
                    </a:p>
                    <a:p>
                      <a:r>
                        <a:rPr lang="en-US" sz="1400" baseline="0" noProof="0" dirty="0"/>
                        <a:t>Modification of list of reference documents on P44</a:t>
                      </a:r>
                      <a:endParaRPr lang="en-US" sz="1400" noProof="0" dirty="0"/>
                    </a:p>
                  </a:txBody>
                  <a:tcPr/>
                </a:tc>
                <a:tc>
                  <a:txBody>
                    <a:bodyPr/>
                    <a:lstStyle/>
                    <a:p>
                      <a:r>
                        <a:rPr lang="en-US" sz="1400" noProof="0" dirty="0"/>
                        <a:t>SEPG</a:t>
                      </a:r>
                    </a:p>
                  </a:txBody>
                  <a:tcPr>
                    <a:lnR w="28575" cap="flat" cmpd="sng" algn="ctr">
                      <a:noFill/>
                      <a:prstDash val="solid"/>
                      <a:round/>
                      <a:headEnd type="none" w="med" len="med"/>
                      <a:tailEnd type="none" w="med" len="med"/>
                    </a:lnR>
                  </a:tcPr>
                </a:tc>
                <a:extLst>
                  <a:ext uri="{0D108BD9-81ED-4DB2-BD59-A6C34878D82A}">
                    <a16:rowId xmlns:a16="http://schemas.microsoft.com/office/drawing/2014/main" val="10007"/>
                  </a:ext>
                </a:extLst>
              </a:tr>
              <a:tr h="360000">
                <a:tc>
                  <a:txBody>
                    <a:bodyPr/>
                    <a:lstStyle/>
                    <a:p>
                      <a:r>
                        <a:rPr lang="en-US" sz="1400" noProof="0" dirty="0"/>
                        <a:t>01.07</a:t>
                      </a:r>
                    </a:p>
                  </a:txBody>
                  <a:tcPr>
                    <a:lnL w="28575" cap="flat" cmpd="sng" algn="ctr">
                      <a:noFill/>
                      <a:prstDash val="solid"/>
                      <a:round/>
                      <a:headEnd type="none" w="med" len="med"/>
                      <a:tailEnd type="none" w="med" len="med"/>
                    </a:lnL>
                    <a:lnB w="28575" cap="flat" cmpd="sng" algn="ctr">
                      <a:noFill/>
                      <a:prstDash val="solid"/>
                      <a:round/>
                      <a:headEnd type="none" w="med" len="med"/>
                      <a:tailEnd type="none" w="med" len="med"/>
                    </a:lnB>
                  </a:tcPr>
                </a:tc>
                <a:tc>
                  <a:txBody>
                    <a:bodyPr/>
                    <a:lstStyle/>
                    <a:p>
                      <a:pPr marL="0" algn="l" defTabSz="914400" rtl="0" eaLnBrk="1" latinLnBrk="0" hangingPunct="1"/>
                      <a:r>
                        <a:rPr lang="en-US" sz="1400" kern="1200" noProof="0" dirty="0">
                          <a:solidFill>
                            <a:schemeClr val="dk1"/>
                          </a:solidFill>
                          <a:latin typeface="+mn-lt"/>
                          <a:ea typeface="+mn-ea"/>
                          <a:cs typeface="+mn-cs"/>
                        </a:rPr>
                        <a:t>2014/01/03</a:t>
                      </a:r>
                    </a:p>
                  </a:txBody>
                  <a:tcPr>
                    <a:lnB w="28575" cap="flat" cmpd="sng" algn="ctr">
                      <a:noFill/>
                      <a:prstDash val="solid"/>
                      <a:round/>
                      <a:headEnd type="none" w="med" len="med"/>
                      <a:tailEnd type="none" w="med" len="med"/>
                    </a:lnB>
                  </a:tcPr>
                </a:tc>
                <a:tc>
                  <a:txBody>
                    <a:bodyPr/>
                    <a:lstStyle/>
                    <a:p>
                      <a:r>
                        <a:rPr lang="en-US" sz="1400" noProof="0" dirty="0"/>
                        <a:t>ACT00242: remove</a:t>
                      </a:r>
                      <a:r>
                        <a:rPr lang="en-US" sz="1400" baseline="0" noProof="0" dirty="0"/>
                        <a:t> cert. Lab from suppliers eligible to SAM</a:t>
                      </a:r>
                    </a:p>
                    <a:p>
                      <a:r>
                        <a:rPr lang="en-US" sz="1400" baseline="0" noProof="0" dirty="0"/>
                        <a:t>ACT00236: add comment about project meeting frequency and attendees</a:t>
                      </a:r>
                    </a:p>
                    <a:p>
                      <a:r>
                        <a:rPr lang="en-US" sz="1400" baseline="0" noProof="0" dirty="0"/>
                        <a:t>ACT00300: </a:t>
                      </a:r>
                      <a:endParaRPr lang="en-US" sz="1400" noProof="0" dirty="0"/>
                    </a:p>
                  </a:txBody>
                  <a:tcPr>
                    <a:lnB w="28575" cap="flat" cmpd="sng" algn="ctr">
                      <a:noFill/>
                      <a:prstDash val="solid"/>
                      <a:round/>
                      <a:headEnd type="none" w="med" len="med"/>
                      <a:tailEnd type="none" w="med" len="med"/>
                    </a:lnB>
                  </a:tcPr>
                </a:tc>
                <a:tc>
                  <a:txBody>
                    <a:bodyPr/>
                    <a:lstStyle/>
                    <a:p>
                      <a:r>
                        <a:rPr lang="en-US" sz="1400" noProof="0" dirty="0"/>
                        <a:t>SEPG</a:t>
                      </a:r>
                    </a:p>
                  </a:txBody>
                  <a:tcPr>
                    <a:lnR w="28575" cap="flat" cmpd="sng" algn="ctr">
                      <a:noFill/>
                      <a:prstDash val="solid"/>
                      <a:round/>
                      <a:headEnd type="none" w="med" len="med"/>
                      <a:tailEnd type="none" w="med" len="med"/>
                    </a:lnR>
                    <a:lnB w="28575" cap="flat" cmpd="sng" algn="ctr">
                      <a:no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68332967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noProof="0" dirty="0"/>
              <a:t>Template Change History</a:t>
            </a:r>
          </a:p>
        </p:txBody>
      </p:sp>
      <p:graphicFrame>
        <p:nvGraphicFramePr>
          <p:cNvPr id="8" name="Tableau 7"/>
          <p:cNvGraphicFramePr>
            <a:graphicFrameLocks noGrp="1"/>
          </p:cNvGraphicFramePr>
          <p:nvPr>
            <p:extLst>
              <p:ext uri="{D42A27DB-BD31-4B8C-83A1-F6EECF244321}">
                <p14:modId xmlns:p14="http://schemas.microsoft.com/office/powerpoint/2010/main" val="2413328489"/>
              </p:ext>
            </p:extLst>
          </p:nvPr>
        </p:nvGraphicFramePr>
        <p:xfrm>
          <a:off x="550224" y="1235035"/>
          <a:ext cx="8066238" cy="5149059"/>
        </p:xfrm>
        <a:graphic>
          <a:graphicData uri="http://schemas.openxmlformats.org/drawingml/2006/table">
            <a:tbl>
              <a:tblPr firstRow="1" bandRow="1">
                <a:tableStyleId>{5C22544A-7EE6-4342-B048-85BDC9FD1C3A}</a:tableStyleId>
              </a:tblPr>
              <a:tblGrid>
                <a:gridCol w="827313">
                  <a:extLst>
                    <a:ext uri="{9D8B030D-6E8A-4147-A177-3AD203B41FA5}">
                      <a16:colId xmlns:a16="http://schemas.microsoft.com/office/drawing/2014/main" val="20000"/>
                    </a:ext>
                  </a:extLst>
                </a:gridCol>
                <a:gridCol w="1087821">
                  <a:extLst>
                    <a:ext uri="{9D8B030D-6E8A-4147-A177-3AD203B41FA5}">
                      <a16:colId xmlns:a16="http://schemas.microsoft.com/office/drawing/2014/main" val="20001"/>
                    </a:ext>
                  </a:extLst>
                </a:gridCol>
                <a:gridCol w="5013965">
                  <a:extLst>
                    <a:ext uri="{9D8B030D-6E8A-4147-A177-3AD203B41FA5}">
                      <a16:colId xmlns:a16="http://schemas.microsoft.com/office/drawing/2014/main" val="20002"/>
                    </a:ext>
                  </a:extLst>
                </a:gridCol>
                <a:gridCol w="1137139">
                  <a:extLst>
                    <a:ext uri="{9D8B030D-6E8A-4147-A177-3AD203B41FA5}">
                      <a16:colId xmlns:a16="http://schemas.microsoft.com/office/drawing/2014/main" val="20003"/>
                    </a:ext>
                  </a:extLst>
                </a:gridCol>
              </a:tblGrid>
              <a:tr h="356259">
                <a:tc>
                  <a:txBody>
                    <a:bodyPr/>
                    <a:lstStyle/>
                    <a:p>
                      <a:r>
                        <a:rPr lang="en-US" sz="1200" noProof="0" dirty="0"/>
                        <a:t>Revision</a:t>
                      </a:r>
                    </a:p>
                  </a:txBody>
                  <a:tcPr anchor="ctr">
                    <a:lnL w="28575" cap="flat" cmpd="sng" algn="ctr">
                      <a:noFill/>
                      <a:prstDash val="solid"/>
                      <a:round/>
                      <a:headEnd type="none" w="med" len="med"/>
                      <a:tailEnd type="none" w="med" len="med"/>
                    </a:lnL>
                    <a:lnT w="28575" cap="flat" cmpd="sng" algn="ctr">
                      <a:noFill/>
                      <a:prstDash val="solid"/>
                      <a:round/>
                      <a:headEnd type="none" w="med" len="med"/>
                      <a:tailEnd type="none" w="med" len="med"/>
                    </a:lnT>
                  </a:tcPr>
                </a:tc>
                <a:tc>
                  <a:txBody>
                    <a:bodyPr/>
                    <a:lstStyle/>
                    <a:p>
                      <a:r>
                        <a:rPr lang="en-US" sz="1200" noProof="0" dirty="0"/>
                        <a:t>Date</a:t>
                      </a:r>
                    </a:p>
                  </a:txBody>
                  <a:tcPr anchor="ctr">
                    <a:lnT w="28575" cap="flat" cmpd="sng" algn="ctr">
                      <a:noFill/>
                      <a:prstDash val="solid"/>
                      <a:round/>
                      <a:headEnd type="none" w="med" len="med"/>
                      <a:tailEnd type="none" w="med" len="med"/>
                    </a:lnT>
                  </a:tcPr>
                </a:tc>
                <a:tc>
                  <a:txBody>
                    <a:bodyPr/>
                    <a:lstStyle/>
                    <a:p>
                      <a:r>
                        <a:rPr lang="en-US" sz="1200" noProof="0" dirty="0"/>
                        <a:t>Change History</a:t>
                      </a:r>
                    </a:p>
                  </a:txBody>
                  <a:tcPr anchor="ctr">
                    <a:lnT w="28575" cap="flat" cmpd="sng" algn="ctr">
                      <a:noFill/>
                      <a:prstDash val="solid"/>
                      <a:round/>
                      <a:headEnd type="none" w="med" len="med"/>
                      <a:tailEnd type="none" w="med" len="med"/>
                    </a:lnT>
                  </a:tcPr>
                </a:tc>
                <a:tc>
                  <a:txBody>
                    <a:bodyPr/>
                    <a:lstStyle/>
                    <a:p>
                      <a:r>
                        <a:rPr lang="en-US" sz="1200" noProof="0" dirty="0"/>
                        <a:t>Author</a:t>
                      </a:r>
                    </a:p>
                  </a:txBody>
                  <a:tcPr anchor="ctr">
                    <a:lnR w="28575" cap="flat" cmpd="sng" algn="ctr">
                      <a:noFill/>
                      <a:prstDash val="solid"/>
                      <a:round/>
                      <a:headEnd type="none" w="med" len="med"/>
                      <a:tailEnd type="none" w="med" len="med"/>
                    </a:lnR>
                    <a:lnT w="28575" cap="flat" cmpd="sng" algn="ctr">
                      <a:noFill/>
                      <a:prstDash val="solid"/>
                      <a:round/>
                      <a:headEnd type="none" w="med" len="med"/>
                      <a:tailEnd type="none" w="med" len="med"/>
                    </a:lnT>
                  </a:tcPr>
                </a:tc>
                <a:extLst>
                  <a:ext uri="{0D108BD9-81ED-4DB2-BD59-A6C34878D82A}">
                    <a16:rowId xmlns:a16="http://schemas.microsoft.com/office/drawing/2014/main" val="10000"/>
                  </a:ext>
                </a:extLst>
              </a:tr>
              <a:tr h="360000">
                <a:tc>
                  <a:txBody>
                    <a:bodyPr/>
                    <a:lstStyle/>
                    <a:p>
                      <a:r>
                        <a:rPr lang="en-US" sz="1400" noProof="0" dirty="0"/>
                        <a:t>01.08</a:t>
                      </a:r>
                    </a:p>
                  </a:txBody>
                  <a:tcPr anchor="ctr">
                    <a:lnL w="28575" cap="flat" cmpd="sng" algn="ctr">
                      <a:noFill/>
                      <a:prstDash val="solid"/>
                      <a:round/>
                      <a:headEnd type="none" w="med" len="med"/>
                      <a:tailEnd type="none" w="med" len="med"/>
                    </a:lnL>
                  </a:tcPr>
                </a:tc>
                <a:tc>
                  <a:txBody>
                    <a:bodyPr/>
                    <a:lstStyle/>
                    <a:p>
                      <a:r>
                        <a:rPr lang="en-US" sz="1400" noProof="0" dirty="0"/>
                        <a:t>2015/02/02</a:t>
                      </a:r>
                    </a:p>
                  </a:txBody>
                  <a:tcPr anchor="ctr"/>
                </a:tc>
                <a:tc>
                  <a:txBody>
                    <a:bodyPr/>
                    <a:lstStyle/>
                    <a:p>
                      <a:r>
                        <a:rPr lang="en-US" sz="1400" noProof="0" dirty="0"/>
                        <a:t>Update</a:t>
                      </a:r>
                      <a:r>
                        <a:rPr lang="en-US" sz="1400" baseline="0" noProof="0" dirty="0"/>
                        <a:t> of budget page (ACT00318) and configuration management page (ACT00430). EST file is added to the list of project records. Add the list of people mandatory for gate decisions (ACT00517). Include LL as a milestone in the timeline (ACT00525)</a:t>
                      </a:r>
                      <a:endParaRPr lang="en-US" sz="1400" noProof="0" dirty="0"/>
                    </a:p>
                  </a:txBody>
                  <a:tcPr anchor="ctr"/>
                </a:tc>
                <a:tc>
                  <a:txBody>
                    <a:bodyPr/>
                    <a:lstStyle/>
                    <a:p>
                      <a:r>
                        <a:rPr lang="en-US" sz="1400" noProof="0" dirty="0"/>
                        <a:t>P-Y Klein</a:t>
                      </a:r>
                    </a:p>
                  </a:txBody>
                  <a:tcPr anchor="ctr">
                    <a:lnR w="28575" cap="flat" cmpd="sng" algn="ctr">
                      <a:noFill/>
                      <a:prstDash val="solid"/>
                      <a:round/>
                      <a:headEnd type="none" w="med" len="med"/>
                      <a:tailEnd type="none" w="med" len="med"/>
                    </a:lnR>
                  </a:tcPr>
                </a:tc>
                <a:extLst>
                  <a:ext uri="{0D108BD9-81ED-4DB2-BD59-A6C34878D82A}">
                    <a16:rowId xmlns:a16="http://schemas.microsoft.com/office/drawing/2014/main" val="10001"/>
                  </a:ext>
                </a:extLst>
              </a:tr>
              <a:tr h="360000">
                <a:tc>
                  <a:txBody>
                    <a:bodyPr/>
                    <a:lstStyle/>
                    <a:p>
                      <a:r>
                        <a:rPr lang="en-US" sz="1400" noProof="0" dirty="0"/>
                        <a:t>01.09</a:t>
                      </a:r>
                    </a:p>
                  </a:txBody>
                  <a:tcPr anchor="ctr">
                    <a:lnL w="28575" cap="flat" cmpd="sng" algn="ctr">
                      <a:noFill/>
                      <a:prstDash val="solid"/>
                      <a:round/>
                      <a:headEnd type="none" w="med" len="med"/>
                      <a:tailEnd type="none" w="med" len="med"/>
                    </a:lnL>
                  </a:tcPr>
                </a:tc>
                <a:tc>
                  <a:txBody>
                    <a:bodyPr/>
                    <a:lstStyle/>
                    <a:p>
                      <a:r>
                        <a:rPr lang="en-US" sz="1400" noProof="0" dirty="0"/>
                        <a:t>2015/02/18</a:t>
                      </a:r>
                    </a:p>
                  </a:txBody>
                  <a:tcPr anchor="ctr"/>
                </a:tc>
                <a:tc>
                  <a:txBody>
                    <a:bodyPr/>
                    <a:lstStyle/>
                    <a:p>
                      <a:r>
                        <a:rPr lang="en-US" sz="1400" noProof="0" dirty="0"/>
                        <a:t>Update </a:t>
                      </a:r>
                      <a:r>
                        <a:rPr lang="en-US" sz="1400" dirty="0"/>
                        <a:t>Project Management Deliverables</a:t>
                      </a:r>
                      <a:endParaRPr lang="en-US" sz="1400" noProof="0" dirty="0"/>
                    </a:p>
                  </a:txBody>
                  <a:tcPr anchor="ctr"/>
                </a:tc>
                <a:tc>
                  <a:txBody>
                    <a:bodyPr/>
                    <a:lstStyle/>
                    <a:p>
                      <a:r>
                        <a:rPr lang="en-US" sz="1400" noProof="0" dirty="0"/>
                        <a:t>P-Y Klein</a:t>
                      </a:r>
                    </a:p>
                  </a:txBody>
                  <a:tcPr anchor="ctr">
                    <a:lnR w="28575" cap="flat" cmpd="sng" algn="ctr">
                      <a:noFill/>
                      <a:prstDash val="solid"/>
                      <a:round/>
                      <a:headEnd type="none" w="med" len="med"/>
                      <a:tailEnd type="none" w="med" len="med"/>
                    </a:lnR>
                  </a:tcPr>
                </a:tc>
                <a:extLst>
                  <a:ext uri="{0D108BD9-81ED-4DB2-BD59-A6C34878D82A}">
                    <a16:rowId xmlns:a16="http://schemas.microsoft.com/office/drawing/2014/main" val="10002"/>
                  </a:ext>
                </a:extLst>
              </a:tr>
              <a:tr h="360000">
                <a:tc>
                  <a:txBody>
                    <a:bodyPr/>
                    <a:lstStyle/>
                    <a:p>
                      <a:r>
                        <a:rPr lang="fr-FR" sz="1400" noProof="0" dirty="0"/>
                        <a:t>01.10</a:t>
                      </a:r>
                      <a:endParaRPr lang="en-US" sz="1400" noProof="0" dirty="0"/>
                    </a:p>
                  </a:txBody>
                  <a:tcPr anchor="ctr">
                    <a:lnL w="28575" cap="flat" cmpd="sng" algn="ctr">
                      <a:noFill/>
                      <a:prstDash val="solid"/>
                      <a:round/>
                      <a:headEnd type="none" w="med" len="med"/>
                      <a:tailEnd type="none" w="med" len="med"/>
                    </a:lnL>
                  </a:tcPr>
                </a:tc>
                <a:tc>
                  <a:txBody>
                    <a:bodyPr/>
                    <a:lstStyle/>
                    <a:p>
                      <a:r>
                        <a:rPr lang="fr-FR" sz="1400" noProof="0" dirty="0"/>
                        <a:t>2015/11/03</a:t>
                      </a:r>
                      <a:endParaRPr lang="en-US" sz="1400" noProof="0" dirty="0"/>
                    </a:p>
                  </a:txBody>
                  <a:tcPr anchor="ctr"/>
                </a:tc>
                <a:tc>
                  <a:txBody>
                    <a:bodyPr/>
                    <a:lstStyle/>
                    <a:p>
                      <a:r>
                        <a:rPr lang="fr-FR" sz="1400" noProof="0" dirty="0" err="1"/>
                        <a:t>Add</a:t>
                      </a:r>
                      <a:r>
                        <a:rPr lang="fr-FR" sz="1400" noProof="0" dirty="0"/>
                        <a:t> a topic about certification </a:t>
                      </a:r>
                      <a:r>
                        <a:rPr lang="fr-FR" sz="1400" noProof="0" dirty="0" err="1"/>
                        <a:t>strategy</a:t>
                      </a:r>
                      <a:r>
                        <a:rPr lang="fr-FR" sz="1400" baseline="0" noProof="0" dirty="0"/>
                        <a:t> in the </a:t>
                      </a:r>
                      <a:r>
                        <a:rPr lang="fr-FR" sz="1400" baseline="0" noProof="0" dirty="0" err="1"/>
                        <a:t>dev</a:t>
                      </a:r>
                      <a:r>
                        <a:rPr lang="fr-FR" sz="1400" baseline="0" noProof="0" dirty="0"/>
                        <a:t> </a:t>
                      </a:r>
                      <a:r>
                        <a:rPr lang="fr-FR" sz="1400" baseline="0" noProof="0" dirty="0" err="1"/>
                        <a:t>approach</a:t>
                      </a:r>
                      <a:r>
                        <a:rPr lang="fr-FR" sz="1400" baseline="0" noProof="0" dirty="0"/>
                        <a:t> (ACT00683) and move to </a:t>
                      </a:r>
                      <a:r>
                        <a:rPr lang="fr-FR" sz="1400" baseline="0" noProof="0" dirty="0" err="1"/>
                        <a:t>latest</a:t>
                      </a:r>
                      <a:r>
                        <a:rPr lang="fr-FR" sz="1400" baseline="0" noProof="0" dirty="0"/>
                        <a:t> SWI </a:t>
                      </a:r>
                      <a:r>
                        <a:rPr lang="fr-FR" sz="1400" baseline="0" noProof="0" dirty="0" err="1"/>
                        <a:t>template</a:t>
                      </a:r>
                      <a:endParaRPr lang="en-US" sz="1400" noProof="0" dirty="0"/>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t>P-Y Klein</a:t>
                      </a:r>
                    </a:p>
                  </a:txBody>
                  <a:tcPr anchor="ctr">
                    <a:lnR w="28575" cap="flat" cmpd="sng" algn="ctr">
                      <a:noFill/>
                      <a:prstDash val="solid"/>
                      <a:round/>
                      <a:headEnd type="none" w="med" len="med"/>
                      <a:tailEnd type="none" w="med" len="med"/>
                    </a:lnR>
                  </a:tcPr>
                </a:tc>
                <a:extLst>
                  <a:ext uri="{0D108BD9-81ED-4DB2-BD59-A6C34878D82A}">
                    <a16:rowId xmlns:a16="http://schemas.microsoft.com/office/drawing/2014/main" val="10003"/>
                  </a:ext>
                </a:extLst>
              </a:tr>
              <a:tr h="360000">
                <a:tc>
                  <a:txBody>
                    <a:bodyPr/>
                    <a:lstStyle/>
                    <a:p>
                      <a:r>
                        <a:rPr lang="en-US" sz="1400" noProof="0" dirty="0"/>
                        <a:t>01.11</a:t>
                      </a:r>
                    </a:p>
                  </a:txBody>
                  <a:tcPr>
                    <a:lnL w="28575" cap="flat" cmpd="sng" algn="ctr">
                      <a:noFill/>
                      <a:prstDash val="solid"/>
                      <a:round/>
                      <a:headEnd type="none" w="med" len="med"/>
                      <a:tailEnd type="none" w="med" len="med"/>
                    </a:lnL>
                  </a:tcPr>
                </a:tc>
                <a:tc>
                  <a:txBody>
                    <a:bodyPr/>
                    <a:lstStyle/>
                    <a:p>
                      <a:pPr marL="0" algn="l" defTabSz="914400" rtl="0" eaLnBrk="1" latinLnBrk="0" hangingPunct="1"/>
                      <a:r>
                        <a:rPr lang="en-US" sz="1400" kern="1200" noProof="0" dirty="0">
                          <a:solidFill>
                            <a:schemeClr val="dk1"/>
                          </a:solidFill>
                          <a:latin typeface="+mn-lt"/>
                          <a:ea typeface="+mn-ea"/>
                          <a:cs typeface="+mn-cs"/>
                        </a:rPr>
                        <a:t>2016/07/07</a:t>
                      </a:r>
                    </a:p>
                  </a:txBody>
                  <a:tcPr/>
                </a:tc>
                <a:tc>
                  <a:txBody>
                    <a:bodyPr/>
                    <a:lstStyle/>
                    <a:p>
                      <a:r>
                        <a:rPr lang="en-US" sz="1400" noProof="0" dirty="0"/>
                        <a:t>EPG-406:</a:t>
                      </a:r>
                      <a:r>
                        <a:rPr lang="en-US" sz="1400" baseline="0" noProof="0" dirty="0"/>
                        <a:t> add a section about product maintenance after the project and replace any reference to SBM with Jira</a:t>
                      </a:r>
                    </a:p>
                    <a:p>
                      <a:r>
                        <a:rPr lang="en-US" sz="1400" baseline="0" noProof="0" dirty="0"/>
                        <a:t>Add ERD as project mandatory record</a:t>
                      </a:r>
                      <a:endParaRPr lang="en-US" sz="1400" noProof="0" dirty="0"/>
                    </a:p>
                  </a:txBody>
                  <a:tcPr/>
                </a:tc>
                <a:tc>
                  <a:txBody>
                    <a:bodyPr/>
                    <a:lstStyle/>
                    <a:p>
                      <a:r>
                        <a:rPr lang="en-US" sz="1400" noProof="0" dirty="0"/>
                        <a:t>P-Y Klein</a:t>
                      </a:r>
                    </a:p>
                  </a:txBody>
                  <a:tcPr>
                    <a:lnR w="28575" cap="flat" cmpd="sng" algn="ctr">
                      <a:noFill/>
                      <a:prstDash val="solid"/>
                      <a:round/>
                      <a:headEnd type="none" w="med" len="med"/>
                      <a:tailEnd type="none" w="med" len="med"/>
                    </a:lnR>
                  </a:tcPr>
                </a:tc>
                <a:extLst>
                  <a:ext uri="{0D108BD9-81ED-4DB2-BD59-A6C34878D82A}">
                    <a16:rowId xmlns:a16="http://schemas.microsoft.com/office/drawing/2014/main" val="10004"/>
                  </a:ext>
                </a:extLst>
              </a:tr>
              <a:tr h="360000">
                <a:tc>
                  <a:txBody>
                    <a:bodyPr/>
                    <a:lstStyle/>
                    <a:p>
                      <a:pPr marL="0" algn="l" defTabSz="914400" rtl="0" eaLnBrk="1" latinLnBrk="0" hangingPunct="1"/>
                      <a:r>
                        <a:rPr lang="en-US" sz="1400" kern="1200" noProof="0" dirty="0">
                          <a:solidFill>
                            <a:schemeClr val="dk1"/>
                          </a:solidFill>
                          <a:latin typeface="+mn-lt"/>
                          <a:ea typeface="+mn-ea"/>
                          <a:cs typeface="+mn-cs"/>
                        </a:rPr>
                        <a:t>01.12</a:t>
                      </a:r>
                    </a:p>
                  </a:txBody>
                  <a:tcPr>
                    <a:lnL w="28575" cap="flat" cmpd="sng" algn="ctr">
                      <a:noFill/>
                      <a:prstDash val="solid"/>
                      <a:round/>
                      <a:headEnd type="none" w="med" len="med"/>
                      <a:tailEnd type="none" w="med" len="med"/>
                    </a:lnL>
                  </a:tcPr>
                </a:tc>
                <a:tc>
                  <a:txBody>
                    <a:bodyPr/>
                    <a:lstStyle/>
                    <a:p>
                      <a:pPr marL="0" algn="l" defTabSz="914400" rtl="0" eaLnBrk="1" latinLnBrk="0" hangingPunct="1"/>
                      <a:r>
                        <a:rPr lang="en-US" sz="1400" kern="1200" noProof="0" dirty="0">
                          <a:solidFill>
                            <a:schemeClr val="dk1"/>
                          </a:solidFill>
                          <a:latin typeface="+mn-lt"/>
                          <a:ea typeface="+mn-ea"/>
                          <a:cs typeface="+mn-cs"/>
                        </a:rPr>
                        <a:t>2017/04/25</a:t>
                      </a:r>
                    </a:p>
                  </a:txBody>
                  <a:tcPr/>
                </a:tc>
                <a:tc>
                  <a:txBody>
                    <a:bodyPr/>
                    <a:lstStyle/>
                    <a:p>
                      <a:pPr marL="0" algn="l" defTabSz="914400" rtl="0" eaLnBrk="1" latinLnBrk="0" hangingPunct="1"/>
                      <a:r>
                        <a:rPr lang="en-US" sz="1400" kern="1200" noProof="0" dirty="0">
                          <a:solidFill>
                            <a:schemeClr val="dk1"/>
                          </a:solidFill>
                          <a:latin typeface="+mn-lt"/>
                          <a:ea typeface="+mn-ea"/>
                          <a:cs typeface="+mn-cs"/>
                        </a:rPr>
                        <a:t>EPG-511: Replace Core Team process (obsolete) with PSLT process on References slide and remove Estimation template. Add Product checklist in References and on QA plan slide</a:t>
                      </a:r>
                    </a:p>
                  </a:txBody>
                  <a:tcPr/>
                </a:tc>
                <a:tc>
                  <a:txBody>
                    <a:bodyPr/>
                    <a:lstStyle/>
                    <a:p>
                      <a:pPr marL="0" algn="l" defTabSz="914400" rtl="0" eaLnBrk="1" latinLnBrk="0" hangingPunct="1"/>
                      <a:r>
                        <a:rPr lang="en-US" sz="1400" kern="1200" noProof="0" dirty="0">
                          <a:solidFill>
                            <a:schemeClr val="dk1"/>
                          </a:solidFill>
                          <a:latin typeface="+mn-lt"/>
                          <a:ea typeface="+mn-ea"/>
                          <a:cs typeface="+mn-cs"/>
                        </a:rPr>
                        <a:t>P-Y Klein</a:t>
                      </a:r>
                    </a:p>
                  </a:txBody>
                  <a:tcPr>
                    <a:lnR w="28575" cap="flat" cmpd="sng" algn="ctr">
                      <a:noFill/>
                      <a:prstDash val="solid"/>
                      <a:round/>
                      <a:headEnd type="none" w="med" len="med"/>
                      <a:tailEnd type="none" w="med" len="med"/>
                    </a:lnR>
                  </a:tcPr>
                </a:tc>
                <a:extLst>
                  <a:ext uri="{0D108BD9-81ED-4DB2-BD59-A6C34878D82A}">
                    <a16:rowId xmlns:a16="http://schemas.microsoft.com/office/drawing/2014/main" val="10005"/>
                  </a:ext>
                </a:extLst>
              </a:tr>
              <a:tr h="360000">
                <a:tc>
                  <a:txBody>
                    <a:bodyPr/>
                    <a:lstStyle/>
                    <a:p>
                      <a:endParaRPr lang="en-US" sz="1400" noProof="0" dirty="0"/>
                    </a:p>
                  </a:txBody>
                  <a:tcPr>
                    <a:lnL w="28575" cap="flat" cmpd="sng" algn="ctr">
                      <a:noFill/>
                      <a:prstDash val="solid"/>
                      <a:round/>
                      <a:headEnd type="none" w="med" len="med"/>
                      <a:tailEnd type="none" w="med" len="med"/>
                    </a:lnL>
                  </a:tcPr>
                </a:tc>
                <a:tc>
                  <a:txBody>
                    <a:bodyPr/>
                    <a:lstStyle/>
                    <a:p>
                      <a:pPr marL="0" algn="l" defTabSz="914400" rtl="0" eaLnBrk="1" latinLnBrk="0" hangingPunct="1"/>
                      <a:endParaRPr lang="en-US" sz="1400" kern="1200" noProof="0" dirty="0">
                        <a:solidFill>
                          <a:schemeClr val="dk1"/>
                        </a:solidFill>
                        <a:latin typeface="+mn-lt"/>
                        <a:ea typeface="+mn-ea"/>
                        <a:cs typeface="+mn-cs"/>
                      </a:endParaRPr>
                    </a:p>
                  </a:txBody>
                  <a:tcPr/>
                </a:tc>
                <a:tc>
                  <a:txBody>
                    <a:bodyPr/>
                    <a:lstStyle/>
                    <a:p>
                      <a:endParaRPr lang="en-US" sz="1400" noProof="0" dirty="0"/>
                    </a:p>
                  </a:txBody>
                  <a:tcPr/>
                </a:tc>
                <a:tc>
                  <a:txBody>
                    <a:bodyPr/>
                    <a:lstStyle/>
                    <a:p>
                      <a:endParaRPr lang="en-US" sz="1400" noProof="0" dirty="0"/>
                    </a:p>
                  </a:txBody>
                  <a:tcPr>
                    <a:lnR w="28575" cap="flat" cmpd="sng" algn="ctr">
                      <a:noFill/>
                      <a:prstDash val="solid"/>
                      <a:round/>
                      <a:headEnd type="none" w="med" len="med"/>
                      <a:tailEnd type="none" w="med" len="med"/>
                    </a:lnR>
                  </a:tcPr>
                </a:tc>
                <a:extLst>
                  <a:ext uri="{0D108BD9-81ED-4DB2-BD59-A6C34878D82A}">
                    <a16:rowId xmlns:a16="http://schemas.microsoft.com/office/drawing/2014/main" val="10006"/>
                  </a:ext>
                </a:extLst>
              </a:tr>
              <a:tr h="360000">
                <a:tc>
                  <a:txBody>
                    <a:bodyPr/>
                    <a:lstStyle/>
                    <a:p>
                      <a:endParaRPr lang="en-US" sz="1400" noProof="0" dirty="0"/>
                    </a:p>
                  </a:txBody>
                  <a:tcPr>
                    <a:lnL w="28575" cap="flat" cmpd="sng" algn="ctr">
                      <a:noFill/>
                      <a:prstDash val="solid"/>
                      <a:round/>
                      <a:headEnd type="none" w="med" len="med"/>
                      <a:tailEnd type="none" w="med" len="med"/>
                    </a:lnL>
                  </a:tcPr>
                </a:tc>
                <a:tc>
                  <a:txBody>
                    <a:bodyPr/>
                    <a:lstStyle/>
                    <a:p>
                      <a:pPr marL="0" algn="l" defTabSz="914400" rtl="0" eaLnBrk="1" latinLnBrk="0" hangingPunct="1"/>
                      <a:endParaRPr lang="en-US" sz="1400" kern="1200" noProof="0" dirty="0">
                        <a:solidFill>
                          <a:schemeClr val="dk1"/>
                        </a:solidFill>
                        <a:latin typeface="+mn-lt"/>
                        <a:ea typeface="+mn-ea"/>
                        <a:cs typeface="+mn-cs"/>
                      </a:endParaRPr>
                    </a:p>
                  </a:txBody>
                  <a:tcPr/>
                </a:tc>
                <a:tc>
                  <a:txBody>
                    <a:bodyPr/>
                    <a:lstStyle/>
                    <a:p>
                      <a:endParaRPr lang="en-US" sz="1400" noProof="0" dirty="0"/>
                    </a:p>
                  </a:txBody>
                  <a:tcPr/>
                </a:tc>
                <a:tc>
                  <a:txBody>
                    <a:bodyPr/>
                    <a:lstStyle/>
                    <a:p>
                      <a:endParaRPr lang="en-US" sz="1400" noProof="0" dirty="0"/>
                    </a:p>
                  </a:txBody>
                  <a:tcPr>
                    <a:lnR w="28575" cap="flat" cmpd="sng" algn="ctr">
                      <a:noFill/>
                      <a:prstDash val="solid"/>
                      <a:round/>
                      <a:headEnd type="none" w="med" len="med"/>
                      <a:tailEnd type="none" w="med" len="med"/>
                    </a:lnR>
                  </a:tcPr>
                </a:tc>
                <a:extLst>
                  <a:ext uri="{0D108BD9-81ED-4DB2-BD59-A6C34878D82A}">
                    <a16:rowId xmlns:a16="http://schemas.microsoft.com/office/drawing/2014/main" val="10007"/>
                  </a:ext>
                </a:extLst>
              </a:tr>
              <a:tr h="360000">
                <a:tc>
                  <a:txBody>
                    <a:bodyPr/>
                    <a:lstStyle/>
                    <a:p>
                      <a:endParaRPr lang="en-US" sz="1400" noProof="0" dirty="0"/>
                    </a:p>
                  </a:txBody>
                  <a:tcPr>
                    <a:lnL w="28575" cap="flat" cmpd="sng" algn="ctr">
                      <a:noFill/>
                      <a:prstDash val="solid"/>
                      <a:round/>
                      <a:headEnd type="none" w="med" len="med"/>
                      <a:tailEnd type="none" w="med" len="med"/>
                    </a:lnL>
                    <a:lnB w="28575" cap="flat" cmpd="sng" algn="ctr">
                      <a:noFill/>
                      <a:prstDash val="solid"/>
                      <a:round/>
                      <a:headEnd type="none" w="med" len="med"/>
                      <a:tailEnd type="none" w="med" len="med"/>
                    </a:lnB>
                  </a:tcPr>
                </a:tc>
                <a:tc>
                  <a:txBody>
                    <a:bodyPr/>
                    <a:lstStyle/>
                    <a:p>
                      <a:pPr marL="0" algn="l" defTabSz="914400" rtl="0" eaLnBrk="1" latinLnBrk="0" hangingPunct="1"/>
                      <a:endParaRPr lang="en-US" sz="1400" kern="1200" noProof="0" dirty="0">
                        <a:solidFill>
                          <a:schemeClr val="dk1"/>
                        </a:solidFill>
                        <a:latin typeface="+mn-lt"/>
                        <a:ea typeface="+mn-ea"/>
                        <a:cs typeface="+mn-cs"/>
                      </a:endParaRPr>
                    </a:p>
                  </a:txBody>
                  <a:tcPr>
                    <a:lnB w="28575" cap="flat" cmpd="sng" algn="ctr">
                      <a:noFill/>
                      <a:prstDash val="solid"/>
                      <a:round/>
                      <a:headEnd type="none" w="med" len="med"/>
                      <a:tailEnd type="none" w="med" len="med"/>
                    </a:lnB>
                  </a:tcPr>
                </a:tc>
                <a:tc>
                  <a:txBody>
                    <a:bodyPr/>
                    <a:lstStyle/>
                    <a:p>
                      <a:endParaRPr lang="en-US" sz="1400" noProof="0" dirty="0"/>
                    </a:p>
                  </a:txBody>
                  <a:tcPr>
                    <a:lnB w="28575" cap="flat" cmpd="sng" algn="ctr">
                      <a:noFill/>
                      <a:prstDash val="solid"/>
                      <a:round/>
                      <a:headEnd type="none" w="med" len="med"/>
                      <a:tailEnd type="none" w="med" len="med"/>
                    </a:lnB>
                  </a:tcPr>
                </a:tc>
                <a:tc>
                  <a:txBody>
                    <a:bodyPr/>
                    <a:lstStyle/>
                    <a:p>
                      <a:endParaRPr lang="en-US" sz="1400" noProof="0" dirty="0"/>
                    </a:p>
                  </a:txBody>
                  <a:tcPr>
                    <a:lnR w="28575" cap="flat" cmpd="sng" algn="ctr">
                      <a:noFill/>
                      <a:prstDash val="solid"/>
                      <a:round/>
                      <a:headEnd type="none" w="med" len="med"/>
                      <a:tailEnd type="none" w="med" len="med"/>
                    </a:lnR>
                    <a:lnB w="28575" cap="flat" cmpd="sng" algn="ctr">
                      <a:no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63397547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noProof="0" dirty="0"/>
              <a:t>Document Information</a:t>
            </a:r>
          </a:p>
        </p:txBody>
      </p:sp>
      <p:graphicFrame>
        <p:nvGraphicFramePr>
          <p:cNvPr id="6" name="Tableau 5"/>
          <p:cNvGraphicFramePr>
            <a:graphicFrameLocks noGrp="1"/>
          </p:cNvGraphicFramePr>
          <p:nvPr>
            <p:extLst>
              <p:ext uri="{D42A27DB-BD31-4B8C-83A1-F6EECF244321}">
                <p14:modId xmlns:p14="http://schemas.microsoft.com/office/powerpoint/2010/main" val="2330446891"/>
              </p:ext>
            </p:extLst>
          </p:nvPr>
        </p:nvGraphicFramePr>
        <p:xfrm>
          <a:off x="1524000" y="1396998"/>
          <a:ext cx="6147460" cy="2677858"/>
        </p:xfrm>
        <a:graphic>
          <a:graphicData uri="http://schemas.openxmlformats.org/drawingml/2006/table">
            <a:tbl>
              <a:tblPr bandRow="1">
                <a:tableStyleId>{5C22544A-7EE6-4342-B048-85BDC9FD1C3A}</a:tableStyleId>
              </a:tblPr>
              <a:tblGrid>
                <a:gridCol w="2169226">
                  <a:extLst>
                    <a:ext uri="{9D8B030D-6E8A-4147-A177-3AD203B41FA5}">
                      <a16:colId xmlns:a16="http://schemas.microsoft.com/office/drawing/2014/main" val="20000"/>
                    </a:ext>
                  </a:extLst>
                </a:gridCol>
                <a:gridCol w="3978234">
                  <a:extLst>
                    <a:ext uri="{9D8B030D-6E8A-4147-A177-3AD203B41FA5}">
                      <a16:colId xmlns:a16="http://schemas.microsoft.com/office/drawing/2014/main" val="20001"/>
                    </a:ext>
                  </a:extLst>
                </a:gridCol>
              </a:tblGrid>
              <a:tr h="334654">
                <a:tc>
                  <a:txBody>
                    <a:bodyPr/>
                    <a:lstStyle/>
                    <a:p>
                      <a:pPr>
                        <a:spcAft>
                          <a:spcPts val="0"/>
                        </a:spcAft>
                      </a:pPr>
                      <a:r>
                        <a:rPr lang="en-US" sz="1100" b="1" noProof="0" dirty="0">
                          <a:latin typeface="+mn-lt"/>
                          <a:ea typeface="Times New Roman"/>
                          <a:cs typeface="Times New Roman"/>
                        </a:rPr>
                        <a:t>Document #:</a:t>
                      </a:r>
                      <a:endParaRPr lang="en-US" sz="1200" noProof="0" dirty="0">
                        <a:latin typeface="+mn-lt"/>
                        <a:ea typeface="Times New Roman"/>
                        <a:cs typeface="Times New Roman"/>
                      </a:endParaRPr>
                    </a:p>
                  </a:txBody>
                  <a:tcPr marL="68580" marR="68580" marT="0" marB="0" anchor="ctr"/>
                </a:tc>
                <a:tc>
                  <a:txBody>
                    <a:bodyPr/>
                    <a:lstStyle/>
                    <a:p>
                      <a:pPr>
                        <a:spcAft>
                          <a:spcPts val="0"/>
                        </a:spcAft>
                      </a:pPr>
                      <a:r>
                        <a:rPr lang="en-US" sz="1200" b="1" dirty="0">
                          <a:effectLst/>
                        </a:rPr>
                        <a:t>41110746</a:t>
                      </a:r>
                      <a:endParaRPr lang="en-US" sz="1200" noProof="0" dirty="0">
                        <a:latin typeface="+mn-lt"/>
                        <a:ea typeface="Times New Roman"/>
                        <a:cs typeface="Times New Roman"/>
                      </a:endParaRPr>
                    </a:p>
                  </a:txBody>
                  <a:tcPr marL="68580" marR="68580" marT="0" marB="0" anchor="ctr"/>
                </a:tc>
                <a:extLst>
                  <a:ext uri="{0D108BD9-81ED-4DB2-BD59-A6C34878D82A}">
                    <a16:rowId xmlns:a16="http://schemas.microsoft.com/office/drawing/2014/main" val="10000"/>
                  </a:ext>
                </a:extLst>
              </a:tr>
              <a:tr h="334654">
                <a:tc>
                  <a:txBody>
                    <a:bodyPr/>
                    <a:lstStyle/>
                    <a:p>
                      <a:pPr>
                        <a:spcAft>
                          <a:spcPts val="0"/>
                        </a:spcAft>
                      </a:pPr>
                      <a:r>
                        <a:rPr lang="en-US" sz="1100" b="1" noProof="0" dirty="0">
                          <a:latin typeface="+mn-lt"/>
                          <a:ea typeface="Times New Roman"/>
                          <a:cs typeface="Times New Roman"/>
                        </a:rPr>
                        <a:t>Legacy #:</a:t>
                      </a:r>
                      <a:endParaRPr lang="en-US" sz="1200" noProof="0" dirty="0">
                        <a:latin typeface="+mn-lt"/>
                        <a:ea typeface="Times New Roman"/>
                        <a:cs typeface="Times New Roman"/>
                      </a:endParaRPr>
                    </a:p>
                  </a:txBody>
                  <a:tcPr marL="68580" marR="68580" marT="0" marB="0" anchor="ctr"/>
                </a:tc>
                <a:tc>
                  <a:txBody>
                    <a:bodyPr/>
                    <a:lstStyle/>
                    <a:p>
                      <a:pPr algn="l" fontAlgn="auto">
                        <a:spcAft>
                          <a:spcPts val="0"/>
                        </a:spcAft>
                      </a:pPr>
                      <a:endParaRPr lang="en-US" sz="1200" noProof="0" dirty="0">
                        <a:latin typeface="+mn-lt"/>
                        <a:ea typeface="Times New Roman"/>
                        <a:cs typeface="Times New Roman"/>
                      </a:endParaRPr>
                    </a:p>
                  </a:txBody>
                  <a:tcPr marL="68580" marR="68580" marT="0" marB="0" anchor="ctr"/>
                </a:tc>
                <a:extLst>
                  <a:ext uri="{0D108BD9-81ED-4DB2-BD59-A6C34878D82A}">
                    <a16:rowId xmlns:a16="http://schemas.microsoft.com/office/drawing/2014/main" val="10001"/>
                  </a:ext>
                </a:extLst>
              </a:tr>
              <a:tr h="334654">
                <a:tc>
                  <a:txBody>
                    <a:bodyPr/>
                    <a:lstStyle/>
                    <a:p>
                      <a:pPr>
                        <a:spcAft>
                          <a:spcPts val="0"/>
                        </a:spcAft>
                      </a:pPr>
                      <a:r>
                        <a:rPr lang="en-US" sz="1100" b="1" noProof="0" dirty="0">
                          <a:latin typeface="+mn-lt"/>
                          <a:ea typeface="Times New Roman"/>
                          <a:cs typeface="Times New Roman"/>
                        </a:rPr>
                        <a:t>Revision:</a:t>
                      </a:r>
                      <a:endParaRPr lang="en-US" sz="1200" noProof="0" dirty="0">
                        <a:latin typeface="+mn-lt"/>
                        <a:ea typeface="Times New Roman"/>
                        <a:cs typeface="Times New Roman"/>
                      </a:endParaRPr>
                    </a:p>
                  </a:txBody>
                  <a:tcPr marL="68580" marR="68580" marT="0" marB="0" anchor="ctr"/>
                </a:tc>
                <a:tc>
                  <a:txBody>
                    <a:bodyPr/>
                    <a:lstStyle/>
                    <a:p>
                      <a:pPr algn="l" fontAlgn="auto">
                        <a:spcAft>
                          <a:spcPts val="0"/>
                        </a:spcAft>
                      </a:pPr>
                      <a:r>
                        <a:rPr lang="en-US" sz="1100" b="1" noProof="0" dirty="0" err="1">
                          <a:latin typeface="+mn-lt"/>
                          <a:ea typeface="SimSun"/>
                          <a:cs typeface="Times New Roman"/>
                        </a:rPr>
                        <a:t>xx.yy</a:t>
                      </a:r>
                      <a:endParaRPr lang="en-US" sz="1200" noProof="0" dirty="0">
                        <a:latin typeface="+mn-lt"/>
                        <a:ea typeface="Times New Roman"/>
                        <a:cs typeface="Times New Roman"/>
                      </a:endParaRPr>
                    </a:p>
                  </a:txBody>
                  <a:tcPr marL="68580" marR="68580" marT="0" marB="0" anchor="ctr"/>
                </a:tc>
                <a:extLst>
                  <a:ext uri="{0D108BD9-81ED-4DB2-BD59-A6C34878D82A}">
                    <a16:rowId xmlns:a16="http://schemas.microsoft.com/office/drawing/2014/main" val="10002"/>
                  </a:ext>
                </a:extLst>
              </a:tr>
              <a:tr h="334654">
                <a:tc>
                  <a:txBody>
                    <a:bodyPr/>
                    <a:lstStyle/>
                    <a:p>
                      <a:pPr>
                        <a:spcAft>
                          <a:spcPts val="0"/>
                        </a:spcAft>
                      </a:pPr>
                      <a:r>
                        <a:rPr lang="en-US" sz="1100" b="1" noProof="0" dirty="0">
                          <a:latin typeface="+mn-lt"/>
                          <a:ea typeface="Times New Roman"/>
                          <a:cs typeface="Times New Roman"/>
                        </a:rPr>
                        <a:t>Document Type:</a:t>
                      </a:r>
                      <a:endParaRPr lang="en-US" sz="1200" noProof="0" dirty="0">
                        <a:latin typeface="+mn-lt"/>
                        <a:ea typeface="Times New Roman"/>
                        <a:cs typeface="Times New Roman"/>
                      </a:endParaRPr>
                    </a:p>
                  </a:txBody>
                  <a:tcPr marL="68580" marR="68580" marT="0" marB="0" anchor="ctr"/>
                </a:tc>
                <a:tc>
                  <a:txBody>
                    <a:bodyPr/>
                    <a:lstStyle/>
                    <a:p>
                      <a:pPr algn="l" fontAlgn="auto">
                        <a:spcAft>
                          <a:spcPts val="0"/>
                        </a:spcAft>
                      </a:pPr>
                      <a:r>
                        <a:rPr lang="en-US" sz="1100" b="1" noProof="0" dirty="0">
                          <a:latin typeface="+mn-lt"/>
                          <a:ea typeface="SimSun"/>
                          <a:cs typeface="Times New Roman"/>
                        </a:rPr>
                        <a:t>Project Development Plan</a:t>
                      </a:r>
                      <a:endParaRPr lang="en-US" sz="1200" noProof="0" dirty="0">
                        <a:latin typeface="+mn-lt"/>
                        <a:ea typeface="Times New Roman"/>
                        <a:cs typeface="Times New Roman"/>
                      </a:endParaRPr>
                    </a:p>
                  </a:txBody>
                  <a:tcPr marL="68580" marR="68580" marT="0" marB="0" anchor="ctr"/>
                </a:tc>
                <a:extLst>
                  <a:ext uri="{0D108BD9-81ED-4DB2-BD59-A6C34878D82A}">
                    <a16:rowId xmlns:a16="http://schemas.microsoft.com/office/drawing/2014/main" val="10003"/>
                  </a:ext>
                </a:extLst>
              </a:tr>
              <a:tr h="334654">
                <a:tc>
                  <a:txBody>
                    <a:bodyPr/>
                    <a:lstStyle/>
                    <a:p>
                      <a:pPr>
                        <a:spcAft>
                          <a:spcPts val="0"/>
                        </a:spcAft>
                      </a:pPr>
                      <a:r>
                        <a:rPr lang="en-US" sz="1100" b="1" noProof="0" dirty="0">
                          <a:latin typeface="+mn-lt"/>
                          <a:ea typeface="Times New Roman"/>
                          <a:cs typeface="Times New Roman"/>
                        </a:rPr>
                        <a:t>Customer Name :</a:t>
                      </a:r>
                      <a:endParaRPr lang="en-US" sz="1200" noProof="0" dirty="0">
                        <a:latin typeface="+mn-lt"/>
                        <a:ea typeface="Times New Roman"/>
                        <a:cs typeface="Times New Roman"/>
                      </a:endParaRPr>
                    </a:p>
                  </a:txBody>
                  <a:tcPr marL="68580" marR="68580" marT="0" marB="0" anchor="ctr"/>
                </a:tc>
                <a:tc>
                  <a:txBody>
                    <a:bodyPr/>
                    <a:lstStyle/>
                    <a:p>
                      <a:pPr algn="l" fontAlgn="auto">
                        <a:spcAft>
                          <a:spcPts val="0"/>
                        </a:spcAft>
                      </a:pPr>
                      <a:r>
                        <a:rPr lang="en-US" sz="1100" b="1" noProof="0" dirty="0">
                          <a:latin typeface="+mn-lt"/>
                          <a:ea typeface="SimSun"/>
                          <a:cs typeface="Times New Roman"/>
                        </a:rPr>
                        <a:t>N/A</a:t>
                      </a:r>
                      <a:endParaRPr lang="en-US" sz="1200" noProof="0" dirty="0">
                        <a:latin typeface="+mn-lt"/>
                        <a:ea typeface="Times New Roman"/>
                        <a:cs typeface="Times New Roman"/>
                      </a:endParaRPr>
                    </a:p>
                  </a:txBody>
                  <a:tcPr marL="68580" marR="68580" marT="0" marB="0" anchor="ctr"/>
                </a:tc>
                <a:extLst>
                  <a:ext uri="{0D108BD9-81ED-4DB2-BD59-A6C34878D82A}">
                    <a16:rowId xmlns:a16="http://schemas.microsoft.com/office/drawing/2014/main" val="10004"/>
                  </a:ext>
                </a:extLst>
              </a:tr>
              <a:tr h="334654">
                <a:tc>
                  <a:txBody>
                    <a:bodyPr/>
                    <a:lstStyle/>
                    <a:p>
                      <a:pPr>
                        <a:spcAft>
                          <a:spcPts val="0"/>
                        </a:spcAft>
                      </a:pPr>
                      <a:r>
                        <a:rPr lang="en-US" sz="1100" b="1" noProof="0" dirty="0">
                          <a:latin typeface="+mn-lt"/>
                          <a:ea typeface="Times New Roman"/>
                          <a:cs typeface="Times New Roman"/>
                        </a:rPr>
                        <a:t>Author:</a:t>
                      </a:r>
                      <a:endParaRPr lang="en-US" sz="1200" noProof="0" dirty="0">
                        <a:latin typeface="+mn-lt"/>
                        <a:ea typeface="Times New Roman"/>
                        <a:cs typeface="Times New Roman"/>
                      </a:endParaRPr>
                    </a:p>
                  </a:txBody>
                  <a:tcPr marL="68580" marR="68580" marT="0" marB="0" anchor="ctr"/>
                </a:tc>
                <a:tc>
                  <a:txBody>
                    <a:bodyPr/>
                    <a:lstStyle/>
                    <a:p>
                      <a:pPr algn="l" fontAlgn="auto">
                        <a:spcAft>
                          <a:spcPts val="0"/>
                        </a:spcAft>
                      </a:pPr>
                      <a:r>
                        <a:rPr lang="en-US" sz="1100" b="1" noProof="0" dirty="0">
                          <a:latin typeface="+mn-lt"/>
                          <a:ea typeface="SimSun"/>
                          <a:cs typeface="Times New Roman"/>
                        </a:rPr>
                        <a:t>Vincent Desortiaux</a:t>
                      </a:r>
                      <a:endParaRPr lang="en-US" sz="1200" noProof="0" dirty="0">
                        <a:latin typeface="+mn-lt"/>
                        <a:ea typeface="Times New Roman"/>
                        <a:cs typeface="Times New Roman"/>
                      </a:endParaRPr>
                    </a:p>
                  </a:txBody>
                  <a:tcPr marL="68580" marR="68580" marT="0" marB="0" anchor="ctr"/>
                </a:tc>
                <a:extLst>
                  <a:ext uri="{0D108BD9-81ED-4DB2-BD59-A6C34878D82A}">
                    <a16:rowId xmlns:a16="http://schemas.microsoft.com/office/drawing/2014/main" val="10005"/>
                  </a:ext>
                </a:extLst>
              </a:tr>
              <a:tr h="334654">
                <a:tc>
                  <a:txBody>
                    <a:bodyPr/>
                    <a:lstStyle/>
                    <a:p>
                      <a:pPr>
                        <a:spcAft>
                          <a:spcPts val="0"/>
                        </a:spcAft>
                      </a:pPr>
                      <a:r>
                        <a:rPr lang="en-US" sz="1100" b="1" noProof="0" dirty="0">
                          <a:latin typeface="+mn-lt"/>
                          <a:ea typeface="Times New Roman"/>
                          <a:cs typeface="Times New Roman"/>
                        </a:rPr>
                        <a:t>Author Document Creation Site:</a:t>
                      </a:r>
                      <a:endParaRPr lang="en-US" sz="1200" noProof="0" dirty="0">
                        <a:latin typeface="+mn-lt"/>
                        <a:ea typeface="Times New Roman"/>
                        <a:cs typeface="Times New Roman"/>
                      </a:endParaRPr>
                    </a:p>
                  </a:txBody>
                  <a:tcPr marL="68580" marR="68580" marT="0" marB="0" anchor="ctr"/>
                </a:tc>
                <a:tc>
                  <a:txBody>
                    <a:bodyPr/>
                    <a:lstStyle/>
                    <a:p>
                      <a:pPr algn="l" fontAlgn="auto">
                        <a:spcAft>
                          <a:spcPts val="0"/>
                        </a:spcAft>
                      </a:pPr>
                      <a:r>
                        <a:rPr lang="en-US" sz="1100" b="1" baseline="0" noProof="0" dirty="0">
                          <a:latin typeface="+mn-lt"/>
                          <a:ea typeface="Times New Roman"/>
                          <a:cs typeface="Times New Roman"/>
                        </a:rPr>
                        <a:t>ILM</a:t>
                      </a:r>
                      <a:endParaRPr lang="en-US" sz="1200" noProof="0" dirty="0">
                        <a:latin typeface="+mn-lt"/>
                        <a:ea typeface="Times New Roman"/>
                        <a:cs typeface="Times New Roman"/>
                      </a:endParaRPr>
                    </a:p>
                  </a:txBody>
                  <a:tcPr marL="68580" marR="68580" marT="0" marB="0" anchor="ctr"/>
                </a:tc>
                <a:extLst>
                  <a:ext uri="{0D108BD9-81ED-4DB2-BD59-A6C34878D82A}">
                    <a16:rowId xmlns:a16="http://schemas.microsoft.com/office/drawing/2014/main" val="10006"/>
                  </a:ext>
                </a:extLst>
              </a:tr>
              <a:tr h="334654">
                <a:tc>
                  <a:txBody>
                    <a:bodyPr/>
                    <a:lstStyle/>
                    <a:p>
                      <a:pPr>
                        <a:spcAft>
                          <a:spcPts val="0"/>
                        </a:spcAft>
                      </a:pPr>
                      <a:r>
                        <a:rPr lang="en-US" sz="1100" b="1" noProof="0" dirty="0">
                          <a:latin typeface="+mn-lt"/>
                          <a:ea typeface="Times New Roman"/>
                          <a:cs typeface="Times New Roman"/>
                        </a:rPr>
                        <a:t>Document Location:</a:t>
                      </a:r>
                      <a:endParaRPr lang="en-US" sz="1200" noProof="0" dirty="0">
                        <a:latin typeface="+mn-lt"/>
                        <a:ea typeface="Times New Roman"/>
                        <a:cs typeface="Times New Roman"/>
                      </a:endParaRPr>
                    </a:p>
                  </a:txBody>
                  <a:tcPr marL="68580" marR="68580" marT="0" marB="0" anchor="ctr"/>
                </a:tc>
                <a:tc>
                  <a:txBody>
                    <a:bodyPr/>
                    <a:lstStyle/>
                    <a:p>
                      <a:pPr algn="l" fontAlgn="auto">
                        <a:spcAft>
                          <a:spcPts val="0"/>
                        </a:spcAft>
                      </a:pPr>
                      <a:r>
                        <a:rPr lang="en-US" sz="1100" b="1" noProof="0" dirty="0" err="1">
                          <a:latin typeface="+mn-lt"/>
                          <a:ea typeface="SimSun"/>
                          <a:cs typeface="Times New Roman"/>
                        </a:rPr>
                        <a:t>FileHold</a:t>
                      </a:r>
                      <a:endParaRPr lang="en-US" sz="1200" noProof="0" dirty="0">
                        <a:latin typeface="+mn-lt"/>
                        <a:ea typeface="Times New Roman"/>
                        <a:cs typeface="Times New Roman"/>
                      </a:endParaRPr>
                    </a:p>
                  </a:txBody>
                  <a:tcPr marL="68580" marR="68580" marT="0" marB="0" anchor="ctr"/>
                </a:tc>
                <a:extLst>
                  <a:ext uri="{0D108BD9-81ED-4DB2-BD59-A6C34878D82A}">
                    <a16:rowId xmlns:a16="http://schemas.microsoft.com/office/drawing/2014/main" val="10007"/>
                  </a:ext>
                </a:extLst>
              </a:tr>
            </a:tbl>
          </a:graphicData>
        </a:graphic>
      </p:graphicFrame>
      <p:sp>
        <p:nvSpPr>
          <p:cNvPr id="9" name="ZoneTexte 8"/>
          <p:cNvSpPr txBox="1"/>
          <p:nvPr/>
        </p:nvSpPr>
        <p:spPr>
          <a:xfrm>
            <a:off x="534389" y="5807034"/>
            <a:ext cx="7445829" cy="461665"/>
          </a:xfrm>
          <a:prstGeom prst="rect">
            <a:avLst/>
          </a:prstGeom>
          <a:noFill/>
        </p:spPr>
        <p:txBody>
          <a:bodyPr wrap="square" rtlCol="0">
            <a:spAutoFit/>
          </a:bodyPr>
          <a:lstStyle/>
          <a:p>
            <a:r>
              <a:rPr lang="en-GB" sz="1200" dirty="0">
                <a:solidFill>
                  <a:schemeClr val="tx2"/>
                </a:solidFill>
                <a:latin typeface="Arial" pitchFamily="34" charset="0"/>
                <a:cs typeface="Arial" pitchFamily="34" charset="0"/>
              </a:rPr>
              <a:t>Note: The present document is managed in the corporate EDM tool, with the appropriate version control and approval workflow</a:t>
            </a:r>
            <a:endParaRPr lang="fr-FR" sz="1200" dirty="0">
              <a:solidFill>
                <a:schemeClr val="tx2"/>
              </a:solidFill>
              <a:latin typeface="Arial" pitchFamily="34" charset="0"/>
              <a:cs typeface="Arial" pitchFamily="34" charset="0"/>
            </a:endParaRPr>
          </a:p>
        </p:txBody>
      </p:sp>
    </p:spTree>
    <p:extLst>
      <p:ext uri="{BB962C8B-B14F-4D97-AF65-F5344CB8AC3E}">
        <p14:creationId xmlns:p14="http://schemas.microsoft.com/office/powerpoint/2010/main" val="348686139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noProof="0" dirty="0"/>
              <a:t>Change History</a:t>
            </a:r>
          </a:p>
        </p:txBody>
      </p:sp>
      <p:graphicFrame>
        <p:nvGraphicFramePr>
          <p:cNvPr id="8" name="Tableau 7"/>
          <p:cNvGraphicFramePr>
            <a:graphicFrameLocks noGrp="1"/>
          </p:cNvGraphicFramePr>
          <p:nvPr>
            <p:extLst>
              <p:ext uri="{D42A27DB-BD31-4B8C-83A1-F6EECF244321}">
                <p14:modId xmlns:p14="http://schemas.microsoft.com/office/powerpoint/2010/main" val="1996684524"/>
              </p:ext>
            </p:extLst>
          </p:nvPr>
        </p:nvGraphicFramePr>
        <p:xfrm>
          <a:off x="550224" y="1235035"/>
          <a:ext cx="8066238" cy="5002419"/>
        </p:xfrm>
        <a:graphic>
          <a:graphicData uri="http://schemas.openxmlformats.org/drawingml/2006/table">
            <a:tbl>
              <a:tblPr firstRow="1" bandRow="1">
                <a:tableStyleId>{5C22544A-7EE6-4342-B048-85BDC9FD1C3A}</a:tableStyleId>
              </a:tblPr>
              <a:tblGrid>
                <a:gridCol w="888051">
                  <a:extLst>
                    <a:ext uri="{9D8B030D-6E8A-4147-A177-3AD203B41FA5}">
                      <a16:colId xmlns:a16="http://schemas.microsoft.com/office/drawing/2014/main" val="20000"/>
                    </a:ext>
                  </a:extLst>
                </a:gridCol>
                <a:gridCol w="1000125">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1606062">
                  <a:extLst>
                    <a:ext uri="{9D8B030D-6E8A-4147-A177-3AD203B41FA5}">
                      <a16:colId xmlns:a16="http://schemas.microsoft.com/office/drawing/2014/main" val="20003"/>
                    </a:ext>
                  </a:extLst>
                </a:gridCol>
              </a:tblGrid>
              <a:tr h="356259">
                <a:tc>
                  <a:txBody>
                    <a:bodyPr/>
                    <a:lstStyle/>
                    <a:p>
                      <a:r>
                        <a:rPr lang="en-US" sz="1200" noProof="0" dirty="0"/>
                        <a:t>Revision</a:t>
                      </a:r>
                    </a:p>
                  </a:txBody>
                  <a:tcPr anchor="ctr">
                    <a:lnL w="28575" cap="flat" cmpd="sng" algn="ctr">
                      <a:noFill/>
                      <a:prstDash val="solid"/>
                      <a:round/>
                      <a:headEnd type="none" w="med" len="med"/>
                      <a:tailEnd type="none" w="med" len="med"/>
                    </a:lnL>
                    <a:lnT w="28575" cap="flat" cmpd="sng" algn="ctr">
                      <a:noFill/>
                      <a:prstDash val="solid"/>
                      <a:round/>
                      <a:headEnd type="none" w="med" len="med"/>
                      <a:tailEnd type="none" w="med" len="med"/>
                    </a:lnT>
                  </a:tcPr>
                </a:tc>
                <a:tc>
                  <a:txBody>
                    <a:bodyPr/>
                    <a:lstStyle/>
                    <a:p>
                      <a:r>
                        <a:rPr lang="en-US" sz="1200" noProof="0"/>
                        <a:t>Date</a:t>
                      </a:r>
                      <a:endParaRPr lang="en-US" sz="1200" noProof="0" dirty="0"/>
                    </a:p>
                  </a:txBody>
                  <a:tcPr anchor="ctr">
                    <a:lnT w="28575" cap="flat" cmpd="sng" algn="ctr">
                      <a:noFill/>
                      <a:prstDash val="solid"/>
                      <a:round/>
                      <a:headEnd type="none" w="med" len="med"/>
                      <a:tailEnd type="none" w="med" len="med"/>
                    </a:lnT>
                  </a:tcPr>
                </a:tc>
                <a:tc>
                  <a:txBody>
                    <a:bodyPr/>
                    <a:lstStyle/>
                    <a:p>
                      <a:r>
                        <a:rPr lang="en-US" sz="1200" noProof="0" dirty="0"/>
                        <a:t>Change History</a:t>
                      </a:r>
                    </a:p>
                  </a:txBody>
                  <a:tcPr anchor="ctr">
                    <a:lnT w="28575" cap="flat" cmpd="sng" algn="ctr">
                      <a:noFill/>
                      <a:prstDash val="solid"/>
                      <a:round/>
                      <a:headEnd type="none" w="med" len="med"/>
                      <a:tailEnd type="none" w="med" len="med"/>
                    </a:lnT>
                  </a:tcPr>
                </a:tc>
                <a:tc>
                  <a:txBody>
                    <a:bodyPr/>
                    <a:lstStyle/>
                    <a:p>
                      <a:r>
                        <a:rPr lang="en-US" sz="1200" noProof="0" dirty="0"/>
                        <a:t>Author</a:t>
                      </a:r>
                    </a:p>
                  </a:txBody>
                  <a:tcPr anchor="ctr">
                    <a:lnR w="28575" cap="flat" cmpd="sng" algn="ctr">
                      <a:noFill/>
                      <a:prstDash val="solid"/>
                      <a:round/>
                      <a:headEnd type="none" w="med" len="med"/>
                      <a:tailEnd type="none" w="med" len="med"/>
                    </a:lnR>
                    <a:lnT w="28575" cap="flat" cmpd="sng" algn="ctr">
                      <a:noFill/>
                      <a:prstDash val="solid"/>
                      <a:round/>
                      <a:headEnd type="none" w="med" len="med"/>
                      <a:tailEnd type="none" w="med" len="med"/>
                    </a:lnT>
                  </a:tcPr>
                </a:tc>
                <a:extLst>
                  <a:ext uri="{0D108BD9-81ED-4DB2-BD59-A6C34878D82A}">
                    <a16:rowId xmlns:a16="http://schemas.microsoft.com/office/drawing/2014/main" val="10000"/>
                  </a:ext>
                </a:extLst>
              </a:tr>
              <a:tr h="360000">
                <a:tc>
                  <a:txBody>
                    <a:bodyPr/>
                    <a:lstStyle/>
                    <a:p>
                      <a:r>
                        <a:rPr lang="en-US" sz="1200" noProof="0"/>
                        <a:t>R01.00</a:t>
                      </a:r>
                      <a:endParaRPr lang="en-US" sz="1200" noProof="0" dirty="0"/>
                    </a:p>
                  </a:txBody>
                  <a:tcPr anchor="ctr">
                    <a:lnL w="28575" cap="flat" cmpd="sng" algn="ctr">
                      <a:noFill/>
                      <a:prstDash val="solid"/>
                      <a:round/>
                      <a:headEnd type="none" w="med" len="med"/>
                      <a:tailEnd type="none" w="med" len="med"/>
                    </a:lnL>
                  </a:tcPr>
                </a:tc>
                <a:tc>
                  <a:txBody>
                    <a:bodyPr/>
                    <a:lstStyle/>
                    <a:p>
                      <a:r>
                        <a:rPr lang="en-US" sz="1200" noProof="0" dirty="0"/>
                        <a:t>2017/07/04</a:t>
                      </a:r>
                    </a:p>
                  </a:txBody>
                  <a:tcPr anchor="ctr"/>
                </a:tc>
                <a:tc>
                  <a:txBody>
                    <a:bodyPr/>
                    <a:lstStyle/>
                    <a:p>
                      <a:r>
                        <a:rPr lang="en-US" sz="1200" noProof="0" dirty="0"/>
                        <a:t>Creation</a:t>
                      </a:r>
                    </a:p>
                  </a:txBody>
                  <a:tcPr anchor="ctr"/>
                </a:tc>
                <a:tc>
                  <a:txBody>
                    <a:bodyPr/>
                    <a:lstStyle/>
                    <a:p>
                      <a:r>
                        <a:rPr lang="fr-FR" sz="1200" noProof="0" dirty="0"/>
                        <a:t>Vince</a:t>
                      </a:r>
                      <a:r>
                        <a:rPr lang="fr-FR" sz="1200" baseline="0" noProof="0" dirty="0"/>
                        <a:t>nt Desortiaux</a:t>
                      </a:r>
                    </a:p>
                    <a:p>
                      <a:r>
                        <a:rPr lang="fr-FR" sz="1200" baseline="0" noProof="0" dirty="0"/>
                        <a:t>Alban Roche</a:t>
                      </a:r>
                      <a:endParaRPr lang="en-US" sz="1200" noProof="0" dirty="0"/>
                    </a:p>
                  </a:txBody>
                  <a:tcPr anchor="ctr">
                    <a:lnR w="28575" cap="flat" cmpd="sng" algn="ctr">
                      <a:noFill/>
                      <a:prstDash val="solid"/>
                      <a:round/>
                      <a:headEnd type="none" w="med" len="med"/>
                      <a:tailEnd type="none" w="med" len="med"/>
                    </a:lnR>
                  </a:tcPr>
                </a:tc>
                <a:extLst>
                  <a:ext uri="{0D108BD9-81ED-4DB2-BD59-A6C34878D82A}">
                    <a16:rowId xmlns:a16="http://schemas.microsoft.com/office/drawing/2014/main" val="10001"/>
                  </a:ext>
                </a:extLst>
              </a:tr>
              <a:tr h="360000">
                <a:tc>
                  <a:txBody>
                    <a:bodyPr/>
                    <a:lstStyle/>
                    <a:p>
                      <a:r>
                        <a:rPr lang="fr-FR" sz="1200" noProof="0"/>
                        <a:t>R01.01</a:t>
                      </a:r>
                      <a:endParaRPr lang="en-US" sz="1200" noProof="0" dirty="0"/>
                    </a:p>
                  </a:txBody>
                  <a:tcPr anchor="ctr">
                    <a:lnL w="28575" cap="flat" cmpd="sng" algn="ctr">
                      <a:noFill/>
                      <a:prstDash val="solid"/>
                      <a:round/>
                      <a:headEnd type="none" w="med" len="med"/>
                      <a:tailEnd type="none" w="med" len="med"/>
                    </a:ln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noProof="0" dirty="0"/>
                        <a:t>2017/07/05</a:t>
                      </a:r>
                    </a:p>
                  </a:txBody>
                  <a:tcPr anchor="ctr"/>
                </a:tc>
                <a:tc>
                  <a:txBody>
                    <a:bodyPr/>
                    <a:lstStyle/>
                    <a:p>
                      <a:r>
                        <a:rPr lang="en-US" sz="1200" noProof="0" dirty="0"/>
                        <a:t>Slide 20 -&gt; L2 Jira Project update</a:t>
                      </a:r>
                    </a:p>
                    <a:p>
                      <a:r>
                        <a:rPr lang="en-US" sz="1200" noProof="0" dirty="0"/>
                        <a:t>Slide 37/40 -&gt; Organization/Development Approach update. </a:t>
                      </a:r>
                      <a:r>
                        <a:rPr lang="fr-FR" sz="1200" noProof="0" dirty="0" err="1"/>
                        <a:t>Risk</a:t>
                      </a:r>
                      <a:r>
                        <a:rPr lang="fr-FR" sz="1200" noProof="0" dirty="0"/>
                        <a:t> update</a:t>
                      </a:r>
                      <a:endParaRPr lang="en-US" sz="1200" noProof="0" dirty="0"/>
                    </a:p>
                  </a:txBody>
                  <a:tcPr anchor="ctr"/>
                </a:tc>
                <a:tc>
                  <a:txBody>
                    <a:bodyPr/>
                    <a:lstStyle/>
                    <a:p>
                      <a:r>
                        <a:rPr lang="fr-FR" sz="1200" noProof="0" dirty="0"/>
                        <a:t>Vince</a:t>
                      </a:r>
                      <a:r>
                        <a:rPr lang="fr-FR" sz="1200" baseline="0" noProof="0" dirty="0"/>
                        <a:t>nt Desortiaux</a:t>
                      </a:r>
                    </a:p>
                    <a:p>
                      <a:r>
                        <a:rPr lang="fr-FR" sz="1200" baseline="0" noProof="0" dirty="0"/>
                        <a:t>Alban Roche</a:t>
                      </a:r>
                      <a:endParaRPr lang="en-US" sz="1200" noProof="0" dirty="0"/>
                    </a:p>
                  </a:txBody>
                  <a:tcPr anchor="ctr">
                    <a:lnR w="28575" cap="flat" cmpd="sng" algn="ctr">
                      <a:noFill/>
                      <a:prstDash val="solid"/>
                      <a:round/>
                      <a:headEnd type="none" w="med" len="med"/>
                      <a:tailEnd type="none" w="med" len="med"/>
                    </a:lnR>
                  </a:tcPr>
                </a:tc>
                <a:extLst>
                  <a:ext uri="{0D108BD9-81ED-4DB2-BD59-A6C34878D82A}">
                    <a16:rowId xmlns:a16="http://schemas.microsoft.com/office/drawing/2014/main" val="10002"/>
                  </a:ext>
                </a:extLst>
              </a:tr>
              <a:tr h="360000">
                <a:tc>
                  <a:txBody>
                    <a:bodyPr/>
                    <a:lstStyle/>
                    <a:p>
                      <a:r>
                        <a:rPr lang="fr-FR" sz="1200" noProof="0"/>
                        <a:t>R01.02</a:t>
                      </a:r>
                      <a:endParaRPr lang="en-US" sz="1200" noProof="0" dirty="0"/>
                    </a:p>
                  </a:txBody>
                  <a:tcPr anchor="ctr">
                    <a:lnL w="28575" cap="flat" cmpd="sng" algn="ctr">
                      <a:noFill/>
                      <a:prstDash val="solid"/>
                      <a:round/>
                      <a:headEnd type="none" w="med" len="med"/>
                      <a:tailEnd type="none" w="med" len="med"/>
                    </a:ln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noProof="0" dirty="0"/>
                        <a:t>2017/07/26</a:t>
                      </a:r>
                    </a:p>
                  </a:txBody>
                  <a:tcPr anchor="ctr"/>
                </a:tc>
                <a:tc>
                  <a:txBody>
                    <a:bodyPr/>
                    <a:lstStyle/>
                    <a:p>
                      <a:r>
                        <a:rPr lang="fr-FR" sz="1200" noProof="0" dirty="0"/>
                        <a:t>Major update </a:t>
                      </a:r>
                      <a:r>
                        <a:rPr lang="fr-FR" sz="1200" noProof="0" dirty="0" err="1"/>
                        <a:t>following</a:t>
                      </a:r>
                      <a:r>
                        <a:rPr lang="fr-FR" sz="1200" noProof="0" dirty="0"/>
                        <a:t> </a:t>
                      </a:r>
                      <a:r>
                        <a:rPr lang="fr-FR" sz="1200" noProof="0" dirty="0" err="1"/>
                        <a:t>project</a:t>
                      </a:r>
                      <a:r>
                        <a:rPr lang="fr-FR" sz="1200" noProof="0" dirty="0"/>
                        <a:t> scope change (MRD v2.x)</a:t>
                      </a:r>
                      <a:endParaRPr lang="en-US" sz="1200" noProof="0" dirty="0"/>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noProof="0" dirty="0"/>
                        <a:t>Vince</a:t>
                      </a:r>
                      <a:r>
                        <a:rPr lang="fr-FR" sz="1200" baseline="0" noProof="0" dirty="0"/>
                        <a:t>nt Desortiaux</a:t>
                      </a:r>
                    </a:p>
                  </a:txBody>
                  <a:tcPr anchor="ctr">
                    <a:lnR w="28575" cap="flat" cmpd="sng" algn="ctr">
                      <a:noFill/>
                      <a:prstDash val="solid"/>
                      <a:round/>
                      <a:headEnd type="none" w="med" len="med"/>
                      <a:tailEnd type="none" w="med" len="med"/>
                    </a:lnR>
                  </a:tcPr>
                </a:tc>
                <a:extLst>
                  <a:ext uri="{0D108BD9-81ED-4DB2-BD59-A6C34878D82A}">
                    <a16:rowId xmlns:a16="http://schemas.microsoft.com/office/drawing/2014/main" val="10003"/>
                  </a:ext>
                </a:extLst>
              </a:tr>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noProof="0" dirty="0"/>
                        <a:t>R01.03</a:t>
                      </a:r>
                      <a:endParaRPr lang="en-US" sz="1200" noProof="0" dirty="0"/>
                    </a:p>
                  </a:txBody>
                  <a:tcPr>
                    <a:lnL w="28575" cap="flat" cmpd="sng" algn="ctr">
                      <a:noFill/>
                      <a:prstDash val="solid"/>
                      <a:round/>
                      <a:headEnd type="none" w="med" len="med"/>
                      <a:tailEnd type="none" w="med" len="med"/>
                    </a:ln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noProof="0" dirty="0"/>
                        <a:t>2017/07/27</a:t>
                      </a:r>
                    </a:p>
                    <a:p>
                      <a:pPr marL="0" algn="l" defTabSz="914400" rtl="0" eaLnBrk="1" latinLnBrk="0" hangingPunct="1"/>
                      <a:endParaRPr lang="en-US" sz="1200" kern="1200" noProof="0" dirty="0">
                        <a:solidFill>
                          <a:schemeClr val="dk1"/>
                        </a:solidFill>
                        <a:latin typeface="+mn-lt"/>
                        <a:ea typeface="+mn-ea"/>
                        <a:cs typeface="+mn-cs"/>
                      </a:endParaRPr>
                    </a:p>
                  </a:txBody>
                  <a:tcPr/>
                </a:tc>
                <a:tc>
                  <a:txBody>
                    <a:bodyPr/>
                    <a:lstStyle/>
                    <a:p>
                      <a:r>
                        <a:rPr lang="fr-FR" sz="1200" noProof="0"/>
                        <a:t>Slide 23: add TMA &amp; Infosys contact names</a:t>
                      </a:r>
                    </a:p>
                    <a:p>
                      <a:r>
                        <a:rPr lang="fr-FR" sz="1200" noProof="0"/>
                        <a:t>Slide</a:t>
                      </a:r>
                      <a:r>
                        <a:rPr lang="fr-FR" sz="1200" baseline="0" noProof="0"/>
                        <a:t> 24: add SSM names</a:t>
                      </a:r>
                    </a:p>
                    <a:p>
                      <a:r>
                        <a:rPr lang="fr-FR" sz="1200" baseline="0" noProof="0"/>
                        <a:t>Slide 25: replace Alban with Thomas for SW gate preparation</a:t>
                      </a:r>
                    </a:p>
                    <a:p>
                      <a:r>
                        <a:rPr lang="fr-FR" sz="1200" baseline="0" noProof="0"/>
                        <a:t>Silde 54: add CAPEX note</a:t>
                      </a:r>
                      <a:endParaRPr lang="fr-FR" sz="1200" noProof="0"/>
                    </a:p>
                    <a:p>
                      <a:r>
                        <a:rPr lang="fr-FR" sz="1200" noProof="0"/>
                        <a:t>Slide 26:</a:t>
                      </a:r>
                      <a:r>
                        <a:rPr lang="fr-FR" sz="1200" baseline="0" noProof="0"/>
                        <a:t> add PQE in project meeting</a:t>
                      </a:r>
                    </a:p>
                    <a:p>
                      <a:r>
                        <a:rPr lang="fr-FR" sz="1200" baseline="0" noProof="0"/>
                        <a:t>Slide 56/57: risk update</a:t>
                      </a:r>
                    </a:p>
                    <a:p>
                      <a:r>
                        <a:rPr lang="fr-FR" sz="1200" baseline="0" noProof="0"/>
                        <a:t>Slide </a:t>
                      </a:r>
                      <a:r>
                        <a:rPr lang="fr-FR" sz="1200" kern="1200" baseline="0" noProof="0">
                          <a:solidFill>
                            <a:schemeClr val="dk1"/>
                          </a:solidFill>
                          <a:latin typeface="+mn-lt"/>
                          <a:ea typeface="+mn-ea"/>
                          <a:cs typeface="+mn-cs"/>
                        </a:rPr>
                        <a:t>61: add reference to #</a:t>
                      </a:r>
                      <a:r>
                        <a:rPr lang="fr-FR" sz="1200" kern="1200" baseline="0">
                          <a:solidFill>
                            <a:schemeClr val="dk1"/>
                          </a:solidFill>
                          <a:latin typeface="+mn-lt"/>
                          <a:ea typeface="+mn-ea"/>
                          <a:cs typeface="+mn-cs"/>
                        </a:rPr>
                        <a:t>41111256 </a:t>
                      </a:r>
                    </a:p>
                    <a:p>
                      <a:r>
                        <a:rPr lang="fr-FR" sz="1200" kern="1200" baseline="0" noProof="0">
                          <a:solidFill>
                            <a:schemeClr val="dk1"/>
                          </a:solidFill>
                          <a:latin typeface="+mn-lt"/>
                          <a:ea typeface="+mn-ea"/>
                          <a:cs typeface="+mn-cs"/>
                        </a:rPr>
                        <a:t>Slide 63: add names for each checklist</a:t>
                      </a:r>
                      <a:endParaRPr lang="en-US" sz="1200" kern="1200" baseline="0" noProof="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noProof="0" dirty="0"/>
                        <a:t>Vince</a:t>
                      </a:r>
                      <a:r>
                        <a:rPr lang="fr-FR" sz="1200" baseline="0" noProof="0" dirty="0"/>
                        <a:t>nt Desortiaux</a:t>
                      </a:r>
                    </a:p>
                    <a:p>
                      <a:endParaRPr lang="en-US" sz="1200" noProof="0" dirty="0"/>
                    </a:p>
                  </a:txBody>
                  <a:tcPr>
                    <a:lnR w="28575" cap="flat" cmpd="sng" algn="ctr">
                      <a:noFill/>
                      <a:prstDash val="solid"/>
                      <a:round/>
                      <a:headEnd type="none" w="med" len="med"/>
                      <a:tailEnd type="none" w="med" len="med"/>
                    </a:lnR>
                  </a:tcPr>
                </a:tc>
                <a:extLst>
                  <a:ext uri="{0D108BD9-81ED-4DB2-BD59-A6C34878D82A}">
                    <a16:rowId xmlns:a16="http://schemas.microsoft.com/office/drawing/2014/main" val="10004"/>
                  </a:ext>
                </a:extLst>
              </a:tr>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noProof="0" dirty="0"/>
                        <a:t>R01.04</a:t>
                      </a:r>
                      <a:endParaRPr lang="en-US" sz="1200" noProof="0" dirty="0"/>
                    </a:p>
                    <a:p>
                      <a:endParaRPr lang="en-US" sz="1200" noProof="0" dirty="0"/>
                    </a:p>
                  </a:txBody>
                  <a:tcPr>
                    <a:lnL w="28575" cap="flat" cmpd="sng" algn="ctr">
                      <a:noFill/>
                      <a:prstDash val="solid"/>
                      <a:round/>
                      <a:headEnd type="none" w="med" len="med"/>
                      <a:tailEnd type="none" w="med" len="med"/>
                    </a:lnL>
                  </a:tcPr>
                </a:tc>
                <a:tc>
                  <a:txBody>
                    <a:bodyPr/>
                    <a:lstStyle/>
                    <a:p>
                      <a:pPr marL="0" algn="l" defTabSz="914400" rtl="0" eaLnBrk="1" latinLnBrk="0" hangingPunct="1"/>
                      <a:r>
                        <a:rPr lang="en-US" sz="1200" noProof="0" dirty="0"/>
                        <a:t>2017/07/27</a:t>
                      </a:r>
                      <a:endParaRPr lang="en-US" sz="1200" kern="1200" noProof="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noProof="0" dirty="0"/>
                        <a:t>Slide </a:t>
                      </a:r>
                      <a:r>
                        <a:rPr lang="fr-FR" sz="1200" b="0" kern="1200" noProof="0" dirty="0">
                          <a:solidFill>
                            <a:schemeClr val="dk1"/>
                          </a:solidFill>
                          <a:latin typeface="+mn-lt"/>
                          <a:ea typeface="+mn-ea"/>
                          <a:cs typeface="+mn-cs"/>
                        </a:rPr>
                        <a:t>64: </a:t>
                      </a:r>
                      <a:r>
                        <a:rPr lang="fr-FR" sz="1200" b="0" kern="1200" dirty="0">
                          <a:solidFill>
                            <a:schemeClr val="dk1"/>
                          </a:solidFill>
                          <a:latin typeface="+mn-lt"/>
                          <a:ea typeface="+mn-ea"/>
                          <a:cs typeface="+mn-cs"/>
                        </a:rPr>
                        <a:t>Product Checklist </a:t>
                      </a:r>
                      <a:r>
                        <a:rPr lang="fr-FR" sz="1200" b="0" kern="1200" dirty="0" err="1">
                          <a:solidFill>
                            <a:schemeClr val="dk1"/>
                          </a:solidFill>
                          <a:latin typeface="+mn-lt"/>
                          <a:ea typeface="+mn-ea"/>
                          <a:cs typeface="+mn-cs"/>
                        </a:rPr>
                        <a:t>m</a:t>
                      </a:r>
                      <a:r>
                        <a:rPr lang="fr-FR" sz="1200" b="0" dirty="0" err="1"/>
                        <a:t>anaged</a:t>
                      </a:r>
                      <a:r>
                        <a:rPr lang="fr-FR" sz="1200" b="0" baseline="0" dirty="0"/>
                        <a:t> by the </a:t>
                      </a:r>
                      <a:r>
                        <a:rPr lang="en-US" sz="1200" dirty="0"/>
                        <a:t>PQE</a:t>
                      </a:r>
                    </a:p>
                    <a:p>
                      <a:endParaRPr lang="en-US" sz="1200" noProof="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noProof="0" dirty="0"/>
                        <a:t>Vince</a:t>
                      </a:r>
                      <a:r>
                        <a:rPr lang="fr-FR" sz="1200" baseline="0" noProof="0" dirty="0"/>
                        <a:t>nt Desortiaux</a:t>
                      </a:r>
                    </a:p>
                    <a:p>
                      <a:endParaRPr lang="en-US" sz="1200" noProof="0" dirty="0"/>
                    </a:p>
                  </a:txBody>
                  <a:tcPr>
                    <a:lnR w="28575" cap="flat" cmpd="sng" algn="ctr">
                      <a:noFill/>
                      <a:prstDash val="solid"/>
                      <a:round/>
                      <a:headEnd type="none" w="med" len="med"/>
                      <a:tailEnd type="none" w="med" len="med"/>
                    </a:lnR>
                  </a:tcPr>
                </a:tc>
                <a:extLst>
                  <a:ext uri="{0D108BD9-81ED-4DB2-BD59-A6C34878D82A}">
                    <a16:rowId xmlns:a16="http://schemas.microsoft.com/office/drawing/2014/main" val="10005"/>
                  </a:ext>
                </a:extLst>
              </a:tr>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noProof="0" dirty="0"/>
                        <a:t>R01.05</a:t>
                      </a:r>
                      <a:endParaRPr lang="en-US" sz="1200" noProof="0" dirty="0"/>
                    </a:p>
                  </a:txBody>
                  <a:tcPr>
                    <a:lnL w="28575" cap="flat" cmpd="sng" algn="ctr">
                      <a:noFill/>
                      <a:prstDash val="solid"/>
                      <a:round/>
                      <a:headEnd type="none" w="med" len="med"/>
                      <a:tailEnd type="none" w="med" len="med"/>
                    </a:ln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noProof="0" dirty="0"/>
                        <a:t>2017/07/27</a:t>
                      </a:r>
                      <a:endParaRPr lang="en-US" sz="1200" kern="1200" noProof="0" dirty="0">
                        <a:solidFill>
                          <a:schemeClr val="dk1"/>
                        </a:solidFill>
                        <a:latin typeface="+mn-lt"/>
                        <a:ea typeface="+mn-ea"/>
                        <a:cs typeface="+mn-cs"/>
                      </a:endParaRPr>
                    </a:p>
                    <a:p>
                      <a:pPr marL="0" algn="l" defTabSz="914400" rtl="0" eaLnBrk="1" latinLnBrk="0" hangingPunct="1"/>
                      <a:endParaRPr lang="en-US" sz="1200" kern="1200" noProof="0" dirty="0">
                        <a:solidFill>
                          <a:schemeClr val="dk1"/>
                        </a:solidFill>
                        <a:latin typeface="+mn-lt"/>
                        <a:ea typeface="+mn-ea"/>
                        <a:cs typeface="+mn-cs"/>
                      </a:endParaRPr>
                    </a:p>
                  </a:txBody>
                  <a:tcPr/>
                </a:tc>
                <a:tc>
                  <a:txBody>
                    <a:bodyPr/>
                    <a:lstStyle/>
                    <a:p>
                      <a:r>
                        <a:rPr lang="fr-FR" sz="1200" noProof="0" dirty="0"/>
                        <a:t>Slide 25:</a:t>
                      </a:r>
                      <a:r>
                        <a:rPr lang="fr-FR" sz="1200" baseline="0" noProof="0" dirty="0"/>
                        <a:t> </a:t>
                      </a:r>
                      <a:r>
                        <a:rPr lang="fr-FR" sz="1200" baseline="0" noProof="0" dirty="0" err="1"/>
                        <a:t>remove</a:t>
                      </a:r>
                      <a:r>
                        <a:rPr lang="fr-FR" sz="1200" baseline="0" noProof="0" dirty="0"/>
                        <a:t> </a:t>
                      </a:r>
                      <a:r>
                        <a:rPr lang="fr-FR" sz="1200" baseline="0" noProof="0" dirty="0" err="1"/>
                        <a:t>Syst</a:t>
                      </a:r>
                      <a:r>
                        <a:rPr lang="fr-FR" sz="1200" baseline="0" noProof="0" dirty="0"/>
                        <a:t> Eng </a:t>
                      </a:r>
                      <a:r>
                        <a:rPr lang="fr-FR" sz="1200" baseline="0" noProof="0" dirty="0" err="1"/>
                        <a:t>representative</a:t>
                      </a:r>
                      <a:endParaRPr lang="en-US" sz="1200" noProof="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noProof="0" dirty="0"/>
                        <a:t>Vince</a:t>
                      </a:r>
                      <a:r>
                        <a:rPr lang="fr-FR" sz="1200" baseline="0" noProof="0" dirty="0"/>
                        <a:t>nt Desortiaux</a:t>
                      </a:r>
                    </a:p>
                    <a:p>
                      <a:endParaRPr lang="en-US" sz="1200" noProof="0" dirty="0"/>
                    </a:p>
                  </a:txBody>
                  <a:tcPr>
                    <a:lnR w="28575" cap="flat" cmpd="sng" algn="ctr">
                      <a:noFill/>
                      <a:prstDash val="solid"/>
                      <a:round/>
                      <a:headEnd type="none" w="med" len="med"/>
                      <a:tailEnd type="none" w="med" len="med"/>
                    </a:lnR>
                  </a:tcPr>
                </a:tc>
                <a:extLst>
                  <a:ext uri="{0D108BD9-81ED-4DB2-BD59-A6C34878D82A}">
                    <a16:rowId xmlns:a16="http://schemas.microsoft.com/office/drawing/2014/main" val="10006"/>
                  </a:ext>
                </a:extLst>
              </a:tr>
              <a:tr h="360000">
                <a:tc>
                  <a:txBody>
                    <a:bodyPr/>
                    <a:lstStyle/>
                    <a:p>
                      <a:endParaRPr lang="en-US" sz="1200" noProof="0" dirty="0"/>
                    </a:p>
                  </a:txBody>
                  <a:tcPr>
                    <a:lnL w="28575" cap="flat" cmpd="sng" algn="ctr">
                      <a:noFill/>
                      <a:prstDash val="solid"/>
                      <a:round/>
                      <a:headEnd type="none" w="med" len="med"/>
                      <a:tailEnd type="none" w="med" len="med"/>
                    </a:lnL>
                  </a:tcPr>
                </a:tc>
                <a:tc>
                  <a:txBody>
                    <a:bodyPr/>
                    <a:lstStyle/>
                    <a:p>
                      <a:pPr marL="0" algn="l" defTabSz="914400" rtl="0" eaLnBrk="1" latinLnBrk="0" hangingPunct="1"/>
                      <a:endParaRPr lang="en-US" sz="1200" kern="1200" noProof="0" dirty="0">
                        <a:solidFill>
                          <a:schemeClr val="dk1"/>
                        </a:solidFill>
                        <a:latin typeface="+mn-lt"/>
                        <a:ea typeface="+mn-ea"/>
                        <a:cs typeface="+mn-cs"/>
                      </a:endParaRPr>
                    </a:p>
                  </a:txBody>
                  <a:tcPr/>
                </a:tc>
                <a:tc>
                  <a:txBody>
                    <a:bodyPr/>
                    <a:lstStyle/>
                    <a:p>
                      <a:endParaRPr lang="en-US" sz="1200" noProof="0" dirty="0"/>
                    </a:p>
                  </a:txBody>
                  <a:tcPr/>
                </a:tc>
                <a:tc>
                  <a:txBody>
                    <a:bodyPr/>
                    <a:lstStyle/>
                    <a:p>
                      <a:endParaRPr lang="en-US" sz="1200" noProof="0" dirty="0"/>
                    </a:p>
                  </a:txBody>
                  <a:tcPr>
                    <a:lnR w="28575" cap="flat" cmpd="sng" algn="ctr">
                      <a:noFill/>
                      <a:prstDash val="solid"/>
                      <a:round/>
                      <a:headEnd type="none" w="med" len="med"/>
                      <a:tailEnd type="none" w="med" len="med"/>
                    </a:lnR>
                  </a:tcPr>
                </a:tc>
                <a:extLst>
                  <a:ext uri="{0D108BD9-81ED-4DB2-BD59-A6C34878D82A}">
                    <a16:rowId xmlns:a16="http://schemas.microsoft.com/office/drawing/2014/main" val="10007"/>
                  </a:ext>
                </a:extLst>
              </a:tr>
              <a:tr h="360000">
                <a:tc>
                  <a:txBody>
                    <a:bodyPr/>
                    <a:lstStyle/>
                    <a:p>
                      <a:endParaRPr lang="en-US" sz="1200" noProof="0" dirty="0"/>
                    </a:p>
                  </a:txBody>
                  <a:tcPr>
                    <a:lnL w="28575" cap="flat" cmpd="sng" algn="ctr">
                      <a:noFill/>
                      <a:prstDash val="solid"/>
                      <a:round/>
                      <a:headEnd type="none" w="med" len="med"/>
                      <a:tailEnd type="none" w="med" len="med"/>
                    </a:lnL>
                    <a:lnB w="28575" cap="flat" cmpd="sng" algn="ctr">
                      <a:noFill/>
                      <a:prstDash val="solid"/>
                      <a:round/>
                      <a:headEnd type="none" w="med" len="med"/>
                      <a:tailEnd type="none" w="med" len="med"/>
                    </a:lnB>
                  </a:tcPr>
                </a:tc>
                <a:tc>
                  <a:txBody>
                    <a:bodyPr/>
                    <a:lstStyle/>
                    <a:p>
                      <a:pPr marL="0" algn="l" defTabSz="914400" rtl="0" eaLnBrk="1" latinLnBrk="0" hangingPunct="1"/>
                      <a:endParaRPr lang="en-US" sz="1200" kern="1200" noProof="0" dirty="0">
                        <a:solidFill>
                          <a:schemeClr val="dk1"/>
                        </a:solidFill>
                        <a:latin typeface="+mn-lt"/>
                        <a:ea typeface="+mn-ea"/>
                        <a:cs typeface="+mn-cs"/>
                      </a:endParaRPr>
                    </a:p>
                  </a:txBody>
                  <a:tcPr>
                    <a:lnB w="28575" cap="flat" cmpd="sng" algn="ctr">
                      <a:noFill/>
                      <a:prstDash val="solid"/>
                      <a:round/>
                      <a:headEnd type="none" w="med" len="med"/>
                      <a:tailEnd type="none" w="med" len="med"/>
                    </a:lnB>
                  </a:tcPr>
                </a:tc>
                <a:tc>
                  <a:txBody>
                    <a:bodyPr/>
                    <a:lstStyle/>
                    <a:p>
                      <a:endParaRPr lang="en-US" sz="1200" noProof="0" dirty="0"/>
                    </a:p>
                  </a:txBody>
                  <a:tcPr>
                    <a:lnB w="28575" cap="flat" cmpd="sng" algn="ctr">
                      <a:noFill/>
                      <a:prstDash val="solid"/>
                      <a:round/>
                      <a:headEnd type="none" w="med" len="med"/>
                      <a:tailEnd type="none" w="med" len="med"/>
                    </a:lnB>
                  </a:tcPr>
                </a:tc>
                <a:tc>
                  <a:txBody>
                    <a:bodyPr/>
                    <a:lstStyle/>
                    <a:p>
                      <a:endParaRPr lang="en-US" sz="1200" noProof="0" dirty="0"/>
                    </a:p>
                  </a:txBody>
                  <a:tcPr>
                    <a:lnR w="28575" cap="flat" cmpd="sng" algn="ctr">
                      <a:noFill/>
                      <a:prstDash val="solid"/>
                      <a:round/>
                      <a:headEnd type="none" w="med" len="med"/>
                      <a:tailEnd type="none" w="med" len="med"/>
                    </a:lnR>
                    <a:lnB w="28575" cap="flat" cmpd="sng" algn="ctr">
                      <a:no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68332967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noProof="0" dirty="0"/>
              <a:t>Full Table of Content - 1</a:t>
            </a:r>
          </a:p>
        </p:txBody>
      </p:sp>
      <p:sp>
        <p:nvSpPr>
          <p:cNvPr id="2" name="Text Placeholder 1"/>
          <p:cNvSpPr>
            <a:spLocks noGrp="1"/>
          </p:cNvSpPr>
          <p:nvPr>
            <p:ph sz="quarter" idx="12"/>
          </p:nvPr>
        </p:nvSpPr>
        <p:spPr/>
        <p:txBody>
          <a:bodyPr>
            <a:normAutofit fontScale="92500" lnSpcReduction="10000"/>
          </a:bodyPr>
          <a:lstStyle/>
          <a:p>
            <a:r>
              <a:rPr lang="en-US" noProof="0" dirty="0"/>
              <a:t>Scope</a:t>
            </a:r>
          </a:p>
          <a:p>
            <a:pPr lvl="1"/>
            <a:r>
              <a:rPr lang="en-US" noProof="0" dirty="0"/>
              <a:t>Overview</a:t>
            </a:r>
          </a:p>
          <a:p>
            <a:pPr lvl="1"/>
            <a:r>
              <a:rPr lang="en-US" dirty="0"/>
              <a:t>Make or Buy</a:t>
            </a:r>
          </a:p>
          <a:p>
            <a:pPr lvl="1"/>
            <a:r>
              <a:rPr lang="en-US" noProof="0" dirty="0"/>
              <a:t>Suppliers</a:t>
            </a:r>
          </a:p>
          <a:p>
            <a:pPr lvl="1"/>
            <a:r>
              <a:rPr lang="en-US" noProof="0" dirty="0"/>
              <a:t>Project Data</a:t>
            </a:r>
          </a:p>
          <a:p>
            <a:pPr lvl="1"/>
            <a:r>
              <a:rPr lang="en-US" dirty="0"/>
              <a:t>Project Organization</a:t>
            </a:r>
          </a:p>
          <a:p>
            <a:pPr lvl="1"/>
            <a:r>
              <a:rPr lang="en-US" noProof="0" dirty="0"/>
              <a:t>Skills &amp; Trainings</a:t>
            </a:r>
          </a:p>
          <a:p>
            <a:pPr lvl="1"/>
            <a:r>
              <a:rPr lang="en-US" dirty="0"/>
              <a:t>Deliverables</a:t>
            </a:r>
          </a:p>
          <a:p>
            <a:pPr lvl="1"/>
            <a:r>
              <a:rPr lang="en-US" noProof="0" dirty="0"/>
              <a:t>Maintenance</a:t>
            </a:r>
          </a:p>
          <a:p>
            <a:r>
              <a:rPr lang="en-US" noProof="0" dirty="0"/>
              <a:t>Key Features</a:t>
            </a:r>
          </a:p>
          <a:p>
            <a:pPr lvl="1"/>
            <a:r>
              <a:rPr lang="en-US" dirty="0"/>
              <a:t>Hardware Product</a:t>
            </a:r>
          </a:p>
          <a:p>
            <a:pPr lvl="1"/>
            <a:r>
              <a:rPr lang="en-US" dirty="0"/>
              <a:t>Host SW and Firmware</a:t>
            </a:r>
          </a:p>
          <a:p>
            <a:pPr lvl="1"/>
            <a:r>
              <a:rPr lang="en-US" dirty="0"/>
              <a:t>Development Approach</a:t>
            </a:r>
            <a:endParaRPr lang="en-US" noProof="0" dirty="0"/>
          </a:p>
          <a:p>
            <a:r>
              <a:rPr lang="en-US" dirty="0"/>
              <a:t>Constraints &amp; Dependencies</a:t>
            </a:r>
          </a:p>
        </p:txBody>
      </p:sp>
    </p:spTree>
    <p:extLst>
      <p:ext uri="{BB962C8B-B14F-4D97-AF65-F5344CB8AC3E}">
        <p14:creationId xmlns:p14="http://schemas.microsoft.com/office/powerpoint/2010/main" val="180763373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noProof="0" dirty="0"/>
              <a:t>Full Table of Content - 2</a:t>
            </a:r>
          </a:p>
        </p:txBody>
      </p:sp>
      <p:sp>
        <p:nvSpPr>
          <p:cNvPr id="2" name="Text Placeholder 1"/>
          <p:cNvSpPr>
            <a:spLocks noGrp="1"/>
          </p:cNvSpPr>
          <p:nvPr>
            <p:ph sz="quarter" idx="12"/>
          </p:nvPr>
        </p:nvSpPr>
        <p:spPr/>
        <p:txBody>
          <a:bodyPr>
            <a:normAutofit/>
          </a:bodyPr>
          <a:lstStyle/>
          <a:p>
            <a:r>
              <a:rPr lang="en-US" noProof="0" dirty="0"/>
              <a:t>Schedule &amp; Milestones</a:t>
            </a:r>
          </a:p>
          <a:p>
            <a:pPr lvl="1"/>
            <a:r>
              <a:rPr lang="en-US" dirty="0"/>
              <a:t>Schedule</a:t>
            </a:r>
          </a:p>
          <a:p>
            <a:pPr lvl="1"/>
            <a:r>
              <a:rPr lang="en-US" noProof="0" dirty="0"/>
              <a:t>Milestones</a:t>
            </a:r>
          </a:p>
          <a:p>
            <a:r>
              <a:rPr lang="en-US" noProof="0" dirty="0"/>
              <a:t>Budget</a:t>
            </a:r>
          </a:p>
          <a:p>
            <a:pPr lvl="1"/>
            <a:r>
              <a:rPr lang="en-US" dirty="0"/>
              <a:t>Product Cost Estimate</a:t>
            </a:r>
          </a:p>
          <a:p>
            <a:pPr lvl="1"/>
            <a:r>
              <a:rPr lang="en-US" noProof="0" dirty="0"/>
              <a:t>Project Budget</a:t>
            </a:r>
          </a:p>
          <a:p>
            <a:r>
              <a:rPr lang="en-US" noProof="0" dirty="0"/>
              <a:t>Risks</a:t>
            </a:r>
          </a:p>
          <a:p>
            <a:r>
              <a:rPr lang="en-US" dirty="0"/>
              <a:t>Monitoring and Control</a:t>
            </a:r>
          </a:p>
          <a:p>
            <a:r>
              <a:rPr lang="en-US" noProof="0" dirty="0"/>
              <a:t>Configuration Management</a:t>
            </a:r>
          </a:p>
          <a:p>
            <a:r>
              <a:rPr lang="en-US" dirty="0"/>
              <a:t>Quality Assurance</a:t>
            </a:r>
            <a:endParaRPr lang="en-US" noProof="0" dirty="0"/>
          </a:p>
          <a:p>
            <a:r>
              <a:rPr lang="en-US" dirty="0"/>
              <a:t>References</a:t>
            </a:r>
          </a:p>
          <a:p>
            <a:r>
              <a:rPr lang="en-US" noProof="0" dirty="0"/>
              <a:t>Terms and Acronyms</a:t>
            </a:r>
          </a:p>
        </p:txBody>
      </p:sp>
    </p:spTree>
    <p:extLst>
      <p:ext uri="{BB962C8B-B14F-4D97-AF65-F5344CB8AC3E}">
        <p14:creationId xmlns:p14="http://schemas.microsoft.com/office/powerpoint/2010/main" val="27795612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nip Single Corner Rectangle 10"/>
          <p:cNvSpPr/>
          <p:nvPr/>
        </p:nvSpPr>
        <p:spPr>
          <a:xfrm>
            <a:off x="121722" y="1162954"/>
            <a:ext cx="7171441" cy="433633"/>
          </a:xfrm>
          <a:prstGeom prst="snip1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4" name="Title 3"/>
          <p:cNvSpPr>
            <a:spLocks noGrp="1"/>
          </p:cNvSpPr>
          <p:nvPr>
            <p:ph type="title"/>
          </p:nvPr>
        </p:nvSpPr>
        <p:spPr/>
        <p:txBody>
          <a:bodyPr/>
          <a:lstStyle/>
          <a:p>
            <a:r>
              <a:rPr lang="en-US" noProof="0" dirty="0"/>
              <a:t>Table of Content</a:t>
            </a:r>
          </a:p>
        </p:txBody>
      </p:sp>
      <p:sp>
        <p:nvSpPr>
          <p:cNvPr id="2" name="Text Placeholder 1"/>
          <p:cNvSpPr>
            <a:spLocks noGrp="1"/>
          </p:cNvSpPr>
          <p:nvPr>
            <p:ph sz="quarter" idx="12"/>
          </p:nvPr>
        </p:nvSpPr>
        <p:spPr/>
        <p:txBody>
          <a:bodyPr>
            <a:normAutofit/>
          </a:bodyPr>
          <a:lstStyle/>
          <a:p>
            <a:r>
              <a:rPr lang="en-US" noProof="0" dirty="0"/>
              <a:t>Scope</a:t>
            </a:r>
          </a:p>
          <a:p>
            <a:r>
              <a:rPr lang="en-US" noProof="0" dirty="0"/>
              <a:t>Key Features</a:t>
            </a:r>
          </a:p>
          <a:p>
            <a:r>
              <a:rPr lang="en-US" dirty="0"/>
              <a:t>Constraints</a:t>
            </a:r>
          </a:p>
          <a:p>
            <a:r>
              <a:rPr lang="en-US" noProof="0" dirty="0"/>
              <a:t>Schedule &amp; Milestones</a:t>
            </a:r>
          </a:p>
          <a:p>
            <a:r>
              <a:rPr lang="en-US" noProof="0" dirty="0"/>
              <a:t>Budget</a:t>
            </a:r>
          </a:p>
          <a:p>
            <a:r>
              <a:rPr lang="en-US" noProof="0" dirty="0"/>
              <a:t>Risks</a:t>
            </a:r>
          </a:p>
          <a:p>
            <a:r>
              <a:rPr lang="en-US" noProof="0" dirty="0"/>
              <a:t>Monitoring and Control</a:t>
            </a:r>
          </a:p>
          <a:p>
            <a:r>
              <a:rPr lang="en-US" dirty="0"/>
              <a:t>Configuration Management</a:t>
            </a:r>
          </a:p>
          <a:p>
            <a:r>
              <a:rPr lang="en-US" dirty="0"/>
              <a:t>Quality Assurance</a:t>
            </a:r>
            <a:endParaRPr lang="en-US" noProof="0" dirty="0"/>
          </a:p>
          <a:p>
            <a:r>
              <a:rPr lang="en-US" dirty="0"/>
              <a:t>References</a:t>
            </a:r>
          </a:p>
          <a:p>
            <a:r>
              <a:rPr lang="en-US" noProof="0" dirty="0"/>
              <a:t>Terms and Acronyms</a:t>
            </a:r>
          </a:p>
        </p:txBody>
      </p:sp>
    </p:spTree>
    <p:extLst>
      <p:ext uri="{BB962C8B-B14F-4D97-AF65-F5344CB8AC3E}">
        <p14:creationId xmlns:p14="http://schemas.microsoft.com/office/powerpoint/2010/main" val="57100322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208719" y="342900"/>
            <a:ext cx="8580438" cy="859367"/>
          </a:xfrm>
        </p:spPr>
        <p:txBody>
          <a:bodyPr>
            <a:normAutofit/>
          </a:bodyPr>
          <a:lstStyle/>
          <a:p>
            <a:r>
              <a:rPr lang="en-US" noProof="0" dirty="0"/>
              <a:t>Scope - Overview</a:t>
            </a:r>
          </a:p>
        </p:txBody>
      </p:sp>
      <p:sp>
        <p:nvSpPr>
          <p:cNvPr id="80" name="Text Placeholder 7"/>
          <p:cNvSpPr>
            <a:spLocks noGrp="1"/>
          </p:cNvSpPr>
          <p:nvPr>
            <p:ph sz="quarter" idx="12"/>
          </p:nvPr>
        </p:nvSpPr>
        <p:spPr>
          <a:xfrm>
            <a:off x="208719" y="1202267"/>
            <a:ext cx="8659721" cy="4760652"/>
          </a:xfrm>
        </p:spPr>
        <p:txBody>
          <a:bodyPr>
            <a:noAutofit/>
          </a:bodyPr>
          <a:lstStyle/>
          <a:p>
            <a:r>
              <a:rPr lang="fr-FR" dirty="0"/>
              <a:t>Dizzy </a:t>
            </a:r>
            <a:r>
              <a:rPr lang="fr-FR" dirty="0" err="1"/>
              <a:t>project</a:t>
            </a:r>
            <a:r>
              <a:rPr lang="fr-FR" dirty="0"/>
              <a:t> </a:t>
            </a:r>
            <a:r>
              <a:rPr lang="fr-FR" dirty="0" err="1"/>
              <a:t>encompasses</a:t>
            </a:r>
            <a:r>
              <a:rPr lang="fr-FR" dirty="0"/>
              <a:t> phase 1 of HL78 program (as per MRD scope </a:t>
            </a:r>
            <a:r>
              <a:rPr lang="fr-FR" dirty="0" err="1"/>
              <a:t>phasing</a:t>
            </a:r>
            <a:r>
              <a:rPr lang="fr-FR" dirty="0"/>
              <a:t>)</a:t>
            </a:r>
            <a:endParaRPr lang="en-US" sz="1800" dirty="0"/>
          </a:p>
          <a:p>
            <a:r>
              <a:rPr lang="fr-FR" dirty="0"/>
              <a:t>HL7800 module </a:t>
            </a:r>
            <a:r>
              <a:rPr lang="fr-FR" dirty="0" err="1"/>
              <a:t>is</a:t>
            </a:r>
            <a:r>
              <a:rPr lang="fr-FR" dirty="0"/>
              <a:t>:</a:t>
            </a:r>
          </a:p>
          <a:p>
            <a:pPr lvl="1"/>
            <a:r>
              <a:rPr lang="fr-FR" dirty="0" err="1"/>
              <a:t>based</a:t>
            </a:r>
            <a:r>
              <a:rPr lang="fr-FR" dirty="0"/>
              <a:t> on </a:t>
            </a:r>
            <a:r>
              <a:rPr lang="fr-FR" dirty="0" err="1">
                <a:solidFill>
                  <a:schemeClr val="tx1"/>
                </a:solidFill>
              </a:rPr>
              <a:t>Altair</a:t>
            </a:r>
            <a:r>
              <a:rPr lang="fr-FR" dirty="0">
                <a:solidFill>
                  <a:schemeClr val="tx1"/>
                </a:solidFill>
              </a:rPr>
              <a:t> 1250 &amp; </a:t>
            </a:r>
            <a:r>
              <a:rPr lang="fr-FR" dirty="0" err="1">
                <a:solidFill>
                  <a:schemeClr val="tx1"/>
                </a:solidFill>
              </a:rPr>
              <a:t>Skyworks</a:t>
            </a:r>
            <a:r>
              <a:rPr lang="fr-FR" dirty="0">
                <a:solidFill>
                  <a:schemeClr val="tx1"/>
                </a:solidFill>
              </a:rPr>
              <a:t> SKY68001</a:t>
            </a:r>
          </a:p>
          <a:p>
            <a:pPr lvl="1"/>
            <a:r>
              <a:rPr lang="fr-FR" dirty="0"/>
              <a:t>Cat-M1 &amp; Cat-NB1 3GPP Rel.13 </a:t>
            </a:r>
            <a:endParaRPr lang="fr-FR" dirty="0">
              <a:solidFill>
                <a:schemeClr val="tx1"/>
              </a:solidFill>
            </a:endParaRPr>
          </a:p>
          <a:p>
            <a:pPr lvl="1"/>
            <a:r>
              <a:rPr lang="fr-FR" dirty="0"/>
              <a:t>Power Class 3 (23dBm)</a:t>
            </a:r>
          </a:p>
          <a:p>
            <a:pPr lvl="1"/>
            <a:r>
              <a:rPr lang="fr-FR" dirty="0" err="1">
                <a:solidFill>
                  <a:schemeClr val="tx1"/>
                </a:solidFill>
              </a:rPr>
              <a:t>targeting</a:t>
            </a:r>
            <a:r>
              <a:rPr lang="fr-FR" dirty="0">
                <a:solidFill>
                  <a:schemeClr val="tx1"/>
                </a:solidFill>
              </a:rPr>
              <a:t> all carriers </a:t>
            </a:r>
            <a:r>
              <a:rPr lang="fr-FR" dirty="0" err="1">
                <a:solidFill>
                  <a:schemeClr val="tx1"/>
                </a:solidFill>
              </a:rPr>
              <a:t>with</a:t>
            </a:r>
            <a:r>
              <a:rPr lang="fr-FR" dirty="0">
                <a:solidFill>
                  <a:schemeClr val="tx1"/>
                </a:solidFill>
              </a:rPr>
              <a:t> 1 PCA (</a:t>
            </a:r>
            <a:r>
              <a:rPr lang="fr-FR" dirty="0" err="1">
                <a:solidFill>
                  <a:schemeClr val="tx1"/>
                </a:solidFill>
              </a:rPr>
              <a:t>target</a:t>
            </a:r>
            <a:r>
              <a:rPr lang="fr-FR" dirty="0">
                <a:solidFill>
                  <a:schemeClr val="tx1"/>
                </a:solidFill>
              </a:rPr>
              <a:t>)</a:t>
            </a:r>
            <a:endParaRPr lang="fr-FR" sz="1600" dirty="0">
              <a:solidFill>
                <a:schemeClr val="tx1"/>
              </a:solidFill>
            </a:endParaRPr>
          </a:p>
          <a:p>
            <a:r>
              <a:rPr lang="fr-FR" dirty="0"/>
              <a:t>HL7800 module </a:t>
            </a:r>
            <a:r>
              <a:rPr lang="fr-FR" dirty="0" err="1"/>
              <a:t>is</a:t>
            </a:r>
            <a:r>
              <a:rPr lang="fr-FR" dirty="0"/>
              <a:t> </a:t>
            </a:r>
            <a:r>
              <a:rPr lang="fr-FR" dirty="0" err="1"/>
              <a:t>compliant</a:t>
            </a:r>
            <a:r>
              <a:rPr lang="fr-FR" dirty="0"/>
              <a:t> </a:t>
            </a:r>
            <a:r>
              <a:rPr lang="fr-FR" dirty="0" err="1"/>
              <a:t>with</a:t>
            </a:r>
            <a:r>
              <a:rPr lang="fr-FR" dirty="0"/>
              <a:t> CF3 V2 (Medium size 15x18mm²)</a:t>
            </a:r>
            <a:endParaRPr lang="fr-FR" sz="1800" dirty="0"/>
          </a:p>
          <a:p>
            <a:r>
              <a:rPr lang="fr-FR" dirty="0"/>
              <a:t>Sierra AT </a:t>
            </a:r>
            <a:r>
              <a:rPr lang="fr-FR" dirty="0" err="1"/>
              <a:t>commands</a:t>
            </a:r>
            <a:r>
              <a:rPr lang="fr-FR" dirty="0"/>
              <a:t> are </a:t>
            </a:r>
            <a:r>
              <a:rPr lang="fr-FR" dirty="0" err="1">
                <a:solidFill>
                  <a:schemeClr val="tx1"/>
                </a:solidFill>
              </a:rPr>
              <a:t>developed</a:t>
            </a:r>
            <a:r>
              <a:rPr lang="fr-FR" dirty="0">
                <a:solidFill>
                  <a:schemeClr val="tx1"/>
                </a:solidFill>
              </a:rPr>
              <a:t> on top of Legato RTOS</a:t>
            </a:r>
            <a:endParaRPr lang="fr-FR" sz="1800" dirty="0">
              <a:solidFill>
                <a:schemeClr val="tx1"/>
              </a:solidFill>
            </a:endParaRPr>
          </a:p>
          <a:p>
            <a:r>
              <a:rPr lang="fr-FR" dirty="0">
                <a:solidFill>
                  <a:schemeClr val="tx1"/>
                </a:solidFill>
              </a:rPr>
              <a:t>Lead </a:t>
            </a:r>
            <a:r>
              <a:rPr lang="fr-FR" dirty="0" err="1">
                <a:solidFill>
                  <a:schemeClr val="tx1"/>
                </a:solidFill>
              </a:rPr>
              <a:t>customers</a:t>
            </a:r>
            <a:r>
              <a:rPr lang="fr-FR" dirty="0"/>
              <a:t>: </a:t>
            </a:r>
            <a:r>
              <a:rPr lang="fr-FR" dirty="0" err="1"/>
              <a:t>Itron</a:t>
            </a:r>
            <a:r>
              <a:rPr lang="fr-FR" dirty="0"/>
              <a:t>, L&amp;G, </a:t>
            </a:r>
            <a:r>
              <a:rPr lang="fr-FR" dirty="0" err="1"/>
              <a:t>Telular</a:t>
            </a:r>
            <a:r>
              <a:rPr lang="fr-FR" dirty="0"/>
              <a:t>, </a:t>
            </a:r>
            <a:r>
              <a:rPr lang="fr-FR" dirty="0" err="1"/>
              <a:t>Resmed</a:t>
            </a:r>
            <a:endParaRPr lang="fr-FR" dirty="0">
              <a:solidFill>
                <a:schemeClr val="tx1"/>
              </a:solidFill>
            </a:endParaRPr>
          </a:p>
        </p:txBody>
      </p:sp>
    </p:spTree>
    <p:extLst>
      <p:ext uri="{BB962C8B-B14F-4D97-AF65-F5344CB8AC3E}">
        <p14:creationId xmlns:p14="http://schemas.microsoft.com/office/powerpoint/2010/main" val="11366712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noProof="0" dirty="0"/>
              <a:t>Scope - Overview</a:t>
            </a:r>
          </a:p>
        </p:txBody>
      </p:sp>
      <p:sp>
        <p:nvSpPr>
          <p:cNvPr id="80" name="Text Placeholder 7"/>
          <p:cNvSpPr>
            <a:spLocks noGrp="1"/>
          </p:cNvSpPr>
          <p:nvPr>
            <p:ph sz="quarter" idx="12"/>
          </p:nvPr>
        </p:nvSpPr>
        <p:spPr>
          <a:xfrm>
            <a:off x="201095" y="1220929"/>
            <a:ext cx="8871045" cy="5109635"/>
          </a:xfrm>
        </p:spPr>
        <p:txBody>
          <a:bodyPr>
            <a:normAutofit/>
          </a:bodyPr>
          <a:lstStyle/>
          <a:p>
            <a:r>
              <a:rPr lang="fr-FR" dirty="0"/>
              <a:t>Not in the scope of Dizzy</a:t>
            </a:r>
          </a:p>
          <a:p>
            <a:pPr lvl="1"/>
            <a:r>
              <a:rPr lang="fr-FR" sz="2000" dirty="0">
                <a:solidFill>
                  <a:schemeClr val="tx1"/>
                </a:solidFill>
              </a:rPr>
              <a:t>HL7802 (4G+2G)</a:t>
            </a:r>
          </a:p>
          <a:p>
            <a:pPr lvl="1"/>
            <a:r>
              <a:rPr lang="fr-FR" sz="2000" dirty="0">
                <a:solidFill>
                  <a:schemeClr val="tx1"/>
                </a:solidFill>
              </a:rPr>
              <a:t>SW </a:t>
            </a:r>
            <a:r>
              <a:rPr lang="fr-FR" sz="2000" dirty="0" err="1">
                <a:solidFill>
                  <a:schemeClr val="tx1"/>
                </a:solidFill>
              </a:rPr>
              <a:t>features</a:t>
            </a:r>
            <a:r>
              <a:rPr lang="fr-FR" sz="2000" dirty="0">
                <a:solidFill>
                  <a:schemeClr val="tx1"/>
                </a:solidFill>
              </a:rPr>
              <a:t> phase 2 (Secure boot, GNSS, full USB, full AV, Voice)</a:t>
            </a:r>
          </a:p>
          <a:p>
            <a:pPr lvl="1"/>
            <a:r>
              <a:rPr lang="fr-FR" sz="2000" dirty="0">
                <a:solidFill>
                  <a:schemeClr val="tx1"/>
                </a:solidFill>
              </a:rPr>
              <a:t>Soft SIM / </a:t>
            </a:r>
            <a:r>
              <a:rPr lang="fr-FR" sz="2000" dirty="0" err="1">
                <a:solidFill>
                  <a:schemeClr val="tx1"/>
                </a:solidFill>
              </a:rPr>
              <a:t>iUICC</a:t>
            </a:r>
            <a:r>
              <a:rPr lang="fr-FR" sz="2000" dirty="0">
                <a:solidFill>
                  <a:schemeClr val="tx1"/>
                </a:solidFill>
              </a:rPr>
              <a:t> /  in-house personnalisation</a:t>
            </a:r>
          </a:p>
          <a:p>
            <a:pPr lvl="1"/>
            <a:r>
              <a:rPr lang="fr-FR" sz="2000" dirty="0">
                <a:solidFill>
                  <a:schemeClr val="tx1"/>
                </a:solidFill>
              </a:rPr>
              <a:t>Snap-in socket 15x18 (</a:t>
            </a:r>
            <a:r>
              <a:rPr lang="fr-FR" sz="2000" dirty="0" err="1">
                <a:solidFill>
                  <a:schemeClr val="tx1"/>
                </a:solidFill>
              </a:rPr>
              <a:t>current</a:t>
            </a:r>
            <a:r>
              <a:rPr lang="fr-FR" sz="2000" dirty="0">
                <a:solidFill>
                  <a:schemeClr val="tx1"/>
                </a:solidFill>
              </a:rPr>
              <a:t> MP plan </a:t>
            </a:r>
            <a:r>
              <a:rPr lang="fr-FR" sz="2000" dirty="0" err="1">
                <a:solidFill>
                  <a:schemeClr val="tx1"/>
                </a:solidFill>
              </a:rPr>
              <a:t>is</a:t>
            </a:r>
            <a:r>
              <a:rPr lang="fr-FR" sz="2000" dirty="0">
                <a:solidFill>
                  <a:schemeClr val="tx1"/>
                </a:solidFill>
              </a:rPr>
              <a:t> Q4/2018)</a:t>
            </a:r>
          </a:p>
          <a:p>
            <a:pPr lvl="1"/>
            <a:endParaRPr lang="fr-FR" dirty="0">
              <a:solidFill>
                <a:schemeClr val="tx1"/>
              </a:solidFill>
            </a:endParaRPr>
          </a:p>
        </p:txBody>
      </p:sp>
    </p:spTree>
    <p:extLst>
      <p:ext uri="{BB962C8B-B14F-4D97-AF65-F5344CB8AC3E}">
        <p14:creationId xmlns:p14="http://schemas.microsoft.com/office/powerpoint/2010/main" val="161889494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noProof="0" dirty="0"/>
              <a:t>Scope – </a:t>
            </a:r>
            <a:r>
              <a:rPr lang="en-US" dirty="0"/>
              <a:t>Dizzy project versus HL78 program partition</a:t>
            </a:r>
            <a:endParaRPr lang="en-US" noProof="0" dirty="0"/>
          </a:p>
        </p:txBody>
      </p:sp>
      <p:graphicFrame>
        <p:nvGraphicFramePr>
          <p:cNvPr id="5" name="Content Placeholder 5"/>
          <p:cNvGraphicFramePr>
            <a:graphicFrameLocks noGrp="1"/>
          </p:cNvGraphicFramePr>
          <p:nvPr>
            <p:ph sz="quarter" idx="12"/>
            <p:extLst>
              <p:ext uri="{D42A27DB-BD31-4B8C-83A1-F6EECF244321}">
                <p14:modId xmlns:p14="http://schemas.microsoft.com/office/powerpoint/2010/main" val="684604520"/>
              </p:ext>
            </p:extLst>
          </p:nvPr>
        </p:nvGraphicFramePr>
        <p:xfrm>
          <a:off x="163773" y="876529"/>
          <a:ext cx="8760986" cy="5641311"/>
        </p:xfrm>
        <a:graphic>
          <a:graphicData uri="http://schemas.openxmlformats.org/drawingml/2006/table">
            <a:tbl>
              <a:tblPr firstRow="1">
                <a:tableStyleId>{21E4AEA4-8DFA-4A89-87EB-49C32662AFE0}</a:tableStyleId>
              </a:tblPr>
              <a:tblGrid>
                <a:gridCol w="1269329">
                  <a:extLst>
                    <a:ext uri="{9D8B030D-6E8A-4147-A177-3AD203B41FA5}">
                      <a16:colId xmlns:a16="http://schemas.microsoft.com/office/drawing/2014/main" val="20000"/>
                    </a:ext>
                  </a:extLst>
                </a:gridCol>
                <a:gridCol w="3353502">
                  <a:extLst>
                    <a:ext uri="{9D8B030D-6E8A-4147-A177-3AD203B41FA5}">
                      <a16:colId xmlns:a16="http://schemas.microsoft.com/office/drawing/2014/main" val="20001"/>
                    </a:ext>
                  </a:extLst>
                </a:gridCol>
                <a:gridCol w="1642188">
                  <a:extLst>
                    <a:ext uri="{9D8B030D-6E8A-4147-A177-3AD203B41FA5}">
                      <a16:colId xmlns:a16="http://schemas.microsoft.com/office/drawing/2014/main" val="20002"/>
                    </a:ext>
                  </a:extLst>
                </a:gridCol>
                <a:gridCol w="1259632">
                  <a:extLst>
                    <a:ext uri="{9D8B030D-6E8A-4147-A177-3AD203B41FA5}">
                      <a16:colId xmlns:a16="http://schemas.microsoft.com/office/drawing/2014/main" val="20003"/>
                    </a:ext>
                  </a:extLst>
                </a:gridCol>
                <a:gridCol w="1236335">
                  <a:extLst>
                    <a:ext uri="{9D8B030D-6E8A-4147-A177-3AD203B41FA5}">
                      <a16:colId xmlns:a16="http://schemas.microsoft.com/office/drawing/2014/main" val="20004"/>
                    </a:ext>
                  </a:extLst>
                </a:gridCol>
              </a:tblGrid>
              <a:tr h="520851">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rgbClr val="FFFFFF"/>
                        </a:solidFill>
                        <a:effectLst/>
                        <a:latin typeface="Arial" charset="0"/>
                        <a:ea typeface="ＭＳ Ｐゴシック" pitchFamily="34" charset="-128"/>
                      </a:endParaRPr>
                    </a:p>
                  </a:txBody>
                  <a:tcPr marT="45710" marB="45710" horzOverflow="overflow">
                    <a:lnR w="12700" cap="flat" cmpd="sng" algn="ctr">
                      <a:solidFill>
                        <a:schemeClr val="tx1"/>
                      </a:solidFill>
                      <a:prstDash val="solid"/>
                      <a:round/>
                      <a:headEnd type="none" w="med" len="med"/>
                      <a:tailEnd type="none" w="med" len="med"/>
                    </a:lnR>
                    <a:solidFill>
                      <a:srgbClr val="E53B3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sz="1400" b="1" i="0" u="none" strike="noStrike" cap="none" normalizeH="0" baseline="0" dirty="0">
                          <a:ln>
                            <a:noFill/>
                          </a:ln>
                          <a:solidFill>
                            <a:srgbClr val="FFFFFF"/>
                          </a:solidFill>
                          <a:effectLst/>
                          <a:latin typeface="Arial" charset="0"/>
                          <a:ea typeface="ＭＳ Ｐゴシック" pitchFamily="34" charset="-128"/>
                        </a:rPr>
                        <a:t>HL7800 (Phase 1)</a:t>
                      </a:r>
                    </a:p>
                    <a:p>
                      <a:pPr marL="0" marR="0" lvl="0" indent="0" algn="ctr" defTabSz="914400" rtl="0" eaLnBrk="1" fontAlgn="base" latinLnBrk="0" hangingPunct="1">
                        <a:lnSpc>
                          <a:spcPct val="100000"/>
                        </a:lnSpc>
                        <a:spcBef>
                          <a:spcPct val="0"/>
                        </a:spcBef>
                        <a:spcAft>
                          <a:spcPct val="0"/>
                        </a:spcAft>
                        <a:buClrTx/>
                        <a:buSzTx/>
                        <a:buFontTx/>
                        <a:buNone/>
                        <a:tabLst/>
                      </a:pPr>
                      <a:r>
                        <a:rPr kumimoji="0" lang="fr-FR" sz="1400" b="1" i="0" u="none" strike="noStrike" cap="none" normalizeH="0" baseline="0" dirty="0">
                          <a:ln>
                            <a:noFill/>
                          </a:ln>
                          <a:solidFill>
                            <a:srgbClr val="FFFFFF"/>
                          </a:solidFill>
                          <a:effectLst/>
                          <a:latin typeface="Arial" charset="0"/>
                          <a:ea typeface="ＭＳ Ｐゴシック" pitchFamily="34" charset="-128"/>
                        </a:rPr>
                        <a:t>= Dizzy</a:t>
                      </a:r>
                      <a:endParaRPr kumimoji="0" lang="en-US" sz="1400" b="1" i="0" u="none" strike="noStrike" cap="none" normalizeH="0" baseline="0" dirty="0">
                        <a:ln>
                          <a:noFill/>
                        </a:ln>
                        <a:solidFill>
                          <a:srgbClr val="FFFFFF"/>
                        </a:solidFill>
                        <a:effectLst/>
                        <a:latin typeface="Arial" charset="0"/>
                        <a:ea typeface="ＭＳ Ｐゴシック" pitchFamily="34" charset="-128"/>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E53B3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sz="1400" b="1" u="none" strike="noStrike" kern="1200" cap="none" normalizeH="0" baseline="0" dirty="0">
                          <a:ln>
                            <a:noFill/>
                          </a:ln>
                          <a:solidFill>
                            <a:schemeClr val="bg1">
                              <a:lumMod val="65000"/>
                            </a:schemeClr>
                          </a:solidFill>
                          <a:effectLst/>
                          <a:latin typeface="+mn-lt"/>
                          <a:ea typeface="+mn-ea"/>
                          <a:cs typeface="+mn-cs"/>
                        </a:rPr>
                        <a:t>HL7800</a:t>
                      </a:r>
                    </a:p>
                    <a:p>
                      <a:pPr marL="0" marR="0" lvl="0" indent="0" algn="ctr" defTabSz="914400" rtl="0" eaLnBrk="1" fontAlgn="base" latinLnBrk="0" hangingPunct="1">
                        <a:lnSpc>
                          <a:spcPct val="100000"/>
                        </a:lnSpc>
                        <a:spcBef>
                          <a:spcPct val="0"/>
                        </a:spcBef>
                        <a:spcAft>
                          <a:spcPct val="0"/>
                        </a:spcAft>
                        <a:buClrTx/>
                        <a:buSzTx/>
                        <a:buFontTx/>
                        <a:buNone/>
                        <a:tabLst/>
                      </a:pPr>
                      <a:r>
                        <a:rPr kumimoji="0" lang="fr-FR" sz="1400" b="1" u="none" strike="noStrike" kern="1200" cap="none" normalizeH="0" baseline="0" dirty="0">
                          <a:ln>
                            <a:noFill/>
                          </a:ln>
                          <a:solidFill>
                            <a:schemeClr val="bg1">
                              <a:lumMod val="65000"/>
                            </a:schemeClr>
                          </a:solidFill>
                          <a:effectLst/>
                          <a:latin typeface="+mn-lt"/>
                          <a:ea typeface="+mn-ea"/>
                          <a:cs typeface="+mn-cs"/>
                        </a:rPr>
                        <a:t>(Phase 2)</a:t>
                      </a:r>
                      <a:endParaRPr kumimoji="0" lang="en-US" sz="1400" b="1" u="none" strike="noStrike" kern="1200" cap="none" normalizeH="0" baseline="0" dirty="0">
                        <a:ln>
                          <a:noFill/>
                        </a:ln>
                        <a:solidFill>
                          <a:schemeClr val="bg1">
                            <a:lumMod val="65000"/>
                          </a:schemeClr>
                        </a:solidFill>
                        <a:effectLst/>
                        <a:latin typeface="+mn-lt"/>
                        <a:ea typeface="+mn-ea"/>
                        <a:cs typeface="+mn-cs"/>
                      </a:endParaRPr>
                    </a:p>
                  </a:txBody>
                  <a:tcPr marT="45710" marB="45710"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solidFill>
                      <a:srgbClr val="E53B3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a:ln>
                            <a:noFill/>
                          </a:ln>
                          <a:solidFill>
                            <a:schemeClr val="bg1">
                              <a:lumMod val="65000"/>
                            </a:schemeClr>
                          </a:solidFill>
                          <a:effectLst/>
                        </a:rPr>
                        <a:t>HL7802</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400" u="none" strike="noStrike" cap="none" normalizeH="0" baseline="0" dirty="0">
                          <a:ln>
                            <a:noFill/>
                          </a:ln>
                          <a:solidFill>
                            <a:schemeClr val="bg1">
                              <a:lumMod val="65000"/>
                            </a:schemeClr>
                          </a:solidFill>
                          <a:effectLst/>
                        </a:rPr>
                        <a:t>(Phase 3)</a:t>
                      </a:r>
                      <a:endParaRPr kumimoji="0" lang="en-US" sz="1400" u="none" strike="noStrike" cap="none" normalizeH="0" baseline="0" dirty="0">
                        <a:ln>
                          <a:noFill/>
                        </a:ln>
                        <a:solidFill>
                          <a:schemeClr val="bg1">
                            <a:lumMod val="65000"/>
                          </a:schemeClr>
                        </a:solidFill>
                        <a:effectLst/>
                      </a:endParaRPr>
                    </a:p>
                  </a:txBody>
                  <a:tcPr marT="45710" marB="45710" horzOverflow="overflow">
                    <a:lnL w="12700" cap="flat" cmpd="sng" algn="ctr">
                      <a:noFill/>
                      <a:prstDash val="solid"/>
                      <a:round/>
                      <a:headEnd type="none" w="med" len="med"/>
                      <a:tailEnd type="none" w="med" len="med"/>
                    </a:lnL>
                    <a:solidFill>
                      <a:srgbClr val="E53B3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a:ln>
                            <a:noFill/>
                          </a:ln>
                          <a:solidFill>
                            <a:schemeClr val="bg1">
                              <a:lumMod val="65000"/>
                            </a:schemeClr>
                          </a:solidFill>
                          <a:effectLst/>
                        </a:rPr>
                        <a:t>HL7800/02</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400" u="none" strike="noStrike" cap="none" normalizeH="0" baseline="0" dirty="0">
                          <a:ln>
                            <a:noFill/>
                          </a:ln>
                          <a:solidFill>
                            <a:schemeClr val="bg1">
                              <a:lumMod val="65000"/>
                            </a:schemeClr>
                          </a:solidFill>
                          <a:effectLst/>
                        </a:rPr>
                        <a:t>(Phase 4)</a:t>
                      </a:r>
                      <a:endParaRPr kumimoji="0" lang="en-US" sz="1400" u="none" strike="noStrike" cap="none" normalizeH="0" baseline="0" dirty="0">
                        <a:ln>
                          <a:noFill/>
                        </a:ln>
                        <a:solidFill>
                          <a:schemeClr val="bg1">
                            <a:lumMod val="65000"/>
                          </a:schemeClr>
                        </a:solidFill>
                        <a:effectLst/>
                      </a:endParaRPr>
                    </a:p>
                  </a:txBody>
                  <a:tcPr marT="45710" marB="45710" horzOverflow="overflow">
                    <a:solidFill>
                      <a:srgbClr val="E53B30"/>
                    </a:solidFill>
                  </a:tcPr>
                </a:tc>
                <a:extLst>
                  <a:ext uri="{0D108BD9-81ED-4DB2-BD59-A6C34878D82A}">
                    <a16:rowId xmlns:a16="http://schemas.microsoft.com/office/drawing/2014/main" val="10000"/>
                  </a:ext>
                </a:extLst>
              </a:tr>
              <a:tr h="61860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200" b="0" i="0" u="none" strike="noStrike" cap="none" normalizeH="0" baseline="0" dirty="0">
                          <a:ln>
                            <a:noFill/>
                          </a:ln>
                          <a:solidFill>
                            <a:schemeClr val="dk1"/>
                          </a:solidFill>
                          <a:effectLst/>
                          <a:latin typeface="+mn-lt"/>
                          <a:ea typeface="+mn-ea"/>
                        </a:rPr>
                        <a:t>Modem</a:t>
                      </a:r>
                      <a:endParaRPr kumimoji="0" lang="en-US" sz="1200" b="0" i="0" u="none" strike="noStrike" cap="none" normalizeH="0" baseline="0" dirty="0">
                        <a:ln>
                          <a:noFill/>
                        </a:ln>
                        <a:solidFill>
                          <a:schemeClr val="tx1">
                            <a:lumMod val="95000"/>
                            <a:lumOff val="5000"/>
                          </a:schemeClr>
                        </a:solidFill>
                        <a:effectLst/>
                        <a:latin typeface="Arial" charset="0"/>
                        <a:ea typeface="ＭＳ Ｐゴシック" pitchFamily="34" charset="-128"/>
                      </a:endParaRPr>
                    </a:p>
                  </a:txBody>
                  <a:tcPr marT="45710" marB="45710" horzOverflow="overflow">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200" b="0" i="0" u="none" strike="noStrike" cap="none" normalizeH="0" baseline="0" dirty="0">
                          <a:ln>
                            <a:noFill/>
                          </a:ln>
                          <a:solidFill>
                            <a:schemeClr val="tx1">
                              <a:lumMod val="95000"/>
                              <a:lumOff val="5000"/>
                            </a:schemeClr>
                          </a:solidFill>
                          <a:effectLst/>
                          <a:latin typeface="Arial" charset="0"/>
                          <a:ea typeface="ＭＳ Ｐゴシック" pitchFamily="34" charset="-128"/>
                        </a:rPr>
                        <a:t>Cat-M1 (EC mode A)</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200" b="0" i="0" u="none" strike="noStrike" cap="none" normalizeH="0" baseline="0" dirty="0">
                          <a:ln>
                            <a:noFill/>
                          </a:ln>
                          <a:solidFill>
                            <a:schemeClr val="tx1">
                              <a:lumMod val="95000"/>
                              <a:lumOff val="5000"/>
                            </a:schemeClr>
                          </a:solidFill>
                          <a:effectLst/>
                          <a:latin typeface="Arial" charset="0"/>
                          <a:ea typeface="ＭＳ Ｐゴシック" pitchFamily="34" charset="-128"/>
                        </a:rPr>
                        <a:t>Cat-NB1</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200" b="0" i="0" u="none" strike="noStrike" cap="none" normalizeH="0" baseline="0" dirty="0">
                          <a:ln>
                            <a:noFill/>
                          </a:ln>
                          <a:solidFill>
                            <a:schemeClr val="bg1">
                              <a:lumMod val="65000"/>
                            </a:schemeClr>
                          </a:solidFill>
                          <a:effectLst/>
                          <a:latin typeface="Arial" charset="0"/>
                          <a:ea typeface="ＭＳ Ｐゴシック" pitchFamily="34" charset="-128"/>
                        </a:rPr>
                        <a:t>RAT </a:t>
                      </a:r>
                      <a:r>
                        <a:rPr kumimoji="0" lang="fr-FR" sz="1200" b="0" i="0" u="none" strike="noStrike" cap="none" normalizeH="0" baseline="0" dirty="0" err="1">
                          <a:ln>
                            <a:noFill/>
                          </a:ln>
                          <a:solidFill>
                            <a:schemeClr val="bg1">
                              <a:lumMod val="65000"/>
                            </a:schemeClr>
                          </a:solidFill>
                          <a:effectLst/>
                          <a:latin typeface="Arial" charset="0"/>
                          <a:ea typeface="ＭＳ Ｐゴシック" pitchFamily="34" charset="-128"/>
                        </a:rPr>
                        <a:t>switching</a:t>
                      </a:r>
                      <a:r>
                        <a:rPr kumimoji="0" lang="fr-FR" sz="1200" b="0" i="0" u="none" strike="noStrike" cap="none" normalizeH="0" baseline="0" dirty="0">
                          <a:ln>
                            <a:noFill/>
                          </a:ln>
                          <a:solidFill>
                            <a:schemeClr val="bg1">
                              <a:lumMod val="65000"/>
                            </a:schemeClr>
                          </a:solidFill>
                          <a:effectLst/>
                          <a:latin typeface="Arial" charset="0"/>
                          <a:ea typeface="ＭＳ Ｐゴシック" pitchFamily="34" charset="-128"/>
                        </a:rPr>
                        <a:t> w/o reset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200" b="0" i="0" u="none" strike="noStrike" cap="none" normalizeH="0" baseline="0" dirty="0">
                          <a:ln>
                            <a:noFill/>
                          </a:ln>
                          <a:solidFill>
                            <a:schemeClr val="bg1">
                              <a:lumMod val="65000"/>
                            </a:schemeClr>
                          </a:solidFill>
                          <a:effectLst/>
                          <a:latin typeface="Arial" charset="0"/>
                          <a:ea typeface="ＭＳ Ｐゴシック" pitchFamily="34" charset="-128"/>
                        </a:rPr>
                        <a:t>EC Mode B (TBC)</a:t>
                      </a:r>
                    </a:p>
                  </a:txBody>
                  <a:tcPr marT="45710" marB="45710"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200" b="0" i="0" u="none" strike="noStrike" kern="1200" cap="none" normalizeH="0" baseline="0" dirty="0">
                          <a:ln>
                            <a:noFill/>
                          </a:ln>
                          <a:solidFill>
                            <a:schemeClr val="bg1">
                              <a:lumMod val="75000"/>
                            </a:schemeClr>
                          </a:solidFill>
                          <a:effectLst/>
                          <a:latin typeface="Arial" charset="0"/>
                          <a:ea typeface="ＭＳ Ｐゴシック" pitchFamily="34" charset="-128"/>
                          <a:cs typeface="+mn-cs"/>
                        </a:rPr>
                        <a:t>2G data</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200" b="0" i="0" u="none" strike="noStrike" kern="1200" cap="none" normalizeH="0" baseline="0" dirty="0">
                          <a:ln>
                            <a:noFill/>
                          </a:ln>
                          <a:solidFill>
                            <a:schemeClr val="bg1">
                              <a:lumMod val="75000"/>
                            </a:schemeClr>
                          </a:solidFill>
                          <a:effectLst/>
                          <a:latin typeface="Arial" charset="0"/>
                          <a:ea typeface="ＭＳ Ｐゴシック" pitchFamily="34" charset="-128"/>
                          <a:cs typeface="+mn-cs"/>
                        </a:rPr>
                        <a:t>2G </a:t>
                      </a:r>
                      <a:r>
                        <a:rPr kumimoji="0" lang="fr-FR" sz="1200" b="0" i="0" u="none" strike="noStrike" kern="1200" cap="none" normalizeH="0" baseline="0" dirty="0" err="1">
                          <a:ln>
                            <a:noFill/>
                          </a:ln>
                          <a:solidFill>
                            <a:schemeClr val="bg1">
                              <a:lumMod val="75000"/>
                            </a:schemeClr>
                          </a:solidFill>
                          <a:effectLst/>
                          <a:latin typeface="Arial" charset="0"/>
                          <a:ea typeface="ＭＳ Ｐゴシック" pitchFamily="34" charset="-128"/>
                          <a:cs typeface="+mn-cs"/>
                        </a:rPr>
                        <a:t>voice</a:t>
                      </a:r>
                      <a:endParaRPr kumimoji="0" lang="fr-FR" sz="1200" b="0" i="0" u="none" strike="noStrike" kern="1200" cap="none" normalizeH="0" baseline="0" dirty="0">
                        <a:ln>
                          <a:noFill/>
                        </a:ln>
                        <a:solidFill>
                          <a:schemeClr val="bg1">
                            <a:lumMod val="75000"/>
                          </a:schemeClr>
                        </a:solidFill>
                        <a:effectLst/>
                        <a:latin typeface="Arial" charset="0"/>
                        <a:ea typeface="ＭＳ Ｐゴシック" pitchFamily="34" charset="-128"/>
                        <a:cs typeface="+mn-cs"/>
                      </a:endParaRPr>
                    </a:p>
                  </a:txBody>
                  <a:tcPr marT="45710" marB="45710" horzOverflow="overflow">
                    <a:lnL w="12700" cap="flat" cmpd="sng" algn="ctr">
                      <a:no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200" b="0" i="0" u="none" strike="noStrike" kern="1200" cap="none" normalizeH="0" baseline="0" dirty="0" err="1">
                          <a:ln>
                            <a:noFill/>
                          </a:ln>
                          <a:solidFill>
                            <a:schemeClr val="bg1">
                              <a:lumMod val="65000"/>
                            </a:schemeClr>
                          </a:solidFill>
                          <a:effectLst/>
                          <a:latin typeface="Arial" charset="0"/>
                          <a:ea typeface="ＭＳ Ｐゴシック" pitchFamily="34" charset="-128"/>
                          <a:cs typeface="+mn-cs"/>
                        </a:rPr>
                        <a:t>VoLTE</a:t>
                      </a:r>
                      <a:endParaRPr kumimoji="0" lang="fr-FR" sz="1200" b="0" i="0" u="none" strike="noStrike" kern="1200" cap="none" normalizeH="0" baseline="0" dirty="0">
                        <a:ln>
                          <a:noFill/>
                        </a:ln>
                        <a:solidFill>
                          <a:schemeClr val="bg1">
                            <a:lumMod val="65000"/>
                          </a:schemeClr>
                        </a:solidFill>
                        <a:effectLst/>
                        <a:latin typeface="Arial" charset="0"/>
                        <a:ea typeface="ＭＳ Ｐゴシック" pitchFamily="34" charset="-128"/>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normalizeH="0" baseline="0" dirty="0">
                        <a:ln>
                          <a:noFill/>
                        </a:ln>
                        <a:solidFill>
                          <a:schemeClr val="bg1">
                            <a:lumMod val="65000"/>
                          </a:schemeClr>
                        </a:solidFill>
                        <a:effectLst/>
                        <a:latin typeface="Arial" charset="0"/>
                        <a:ea typeface="ＭＳ Ｐゴシック" pitchFamily="34" charset="-128"/>
                        <a:cs typeface="+mn-cs"/>
                      </a:endParaRPr>
                    </a:p>
                  </a:txBody>
                  <a:tcPr marT="45710" marB="45710" horzOverflow="overflow"/>
                </a:tc>
                <a:extLst>
                  <a:ext uri="{0D108BD9-81ED-4DB2-BD59-A6C34878D82A}">
                    <a16:rowId xmlns:a16="http://schemas.microsoft.com/office/drawing/2014/main" val="10001"/>
                  </a:ext>
                </a:extLst>
              </a:tr>
              <a:tr h="480984">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cap="none" normalizeH="0" baseline="0" dirty="0">
                          <a:ln>
                            <a:noFill/>
                          </a:ln>
                          <a:solidFill>
                            <a:schemeClr val="dk1"/>
                          </a:solidFill>
                          <a:effectLst/>
                          <a:latin typeface="+mn-lt"/>
                          <a:ea typeface="+mn-ea"/>
                        </a:rPr>
                        <a:t>Connectivity / FW upgrade</a:t>
                      </a:r>
                      <a:endParaRPr kumimoji="0" lang="en-US" sz="1200" b="0" i="0" u="none" strike="noStrike" cap="none" normalizeH="0" baseline="0" dirty="0">
                        <a:ln>
                          <a:noFill/>
                        </a:ln>
                        <a:solidFill>
                          <a:schemeClr val="tx1">
                            <a:lumMod val="95000"/>
                            <a:lumOff val="5000"/>
                          </a:schemeClr>
                        </a:solidFill>
                        <a:effectLst/>
                        <a:latin typeface="Arial" charset="0"/>
                        <a:ea typeface="ＭＳ Ｐゴシック" pitchFamily="34" charset="-128"/>
                      </a:endParaRPr>
                    </a:p>
                  </a:txBody>
                  <a:tcPr marT="45710" marB="45710" horzOverflow="overflow">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sz="1200" b="0" i="0" u="none" strike="noStrike" cap="none" normalizeH="0" baseline="0" dirty="0">
                          <a:ln>
                            <a:noFill/>
                          </a:ln>
                          <a:solidFill>
                            <a:schemeClr val="tx1">
                              <a:lumMod val="95000"/>
                              <a:lumOff val="5000"/>
                            </a:schemeClr>
                          </a:solidFill>
                          <a:effectLst/>
                          <a:latin typeface="Arial" charset="0"/>
                          <a:ea typeface="ＭＳ Ｐゴシック" pitchFamily="34" charset="-128"/>
                        </a:rPr>
                        <a:t>FOTA-</a:t>
                      </a:r>
                      <a:r>
                        <a:rPr kumimoji="0" lang="fr-FR" sz="1200" b="0" i="0" u="none" strike="noStrike" cap="none" normalizeH="0" baseline="0" dirty="0" err="1">
                          <a:ln>
                            <a:noFill/>
                          </a:ln>
                          <a:solidFill>
                            <a:schemeClr val="tx1">
                              <a:lumMod val="95000"/>
                              <a:lumOff val="5000"/>
                            </a:schemeClr>
                          </a:solidFill>
                          <a:effectLst/>
                          <a:latin typeface="Arial" charset="0"/>
                          <a:ea typeface="ＭＳ Ｐゴシック" pitchFamily="34" charset="-128"/>
                        </a:rPr>
                        <a:t>ready</a:t>
                      </a:r>
                      <a:endParaRPr kumimoji="0" lang="fr-FR" sz="1200" b="0" i="0" u="none" strike="noStrike" cap="none" normalizeH="0" baseline="0" dirty="0">
                        <a:ln>
                          <a:noFill/>
                        </a:ln>
                        <a:solidFill>
                          <a:schemeClr val="tx1">
                            <a:lumMod val="95000"/>
                            <a:lumOff val="5000"/>
                          </a:schemeClr>
                        </a:solidFill>
                        <a:effectLst/>
                        <a:latin typeface="Arial" charset="0"/>
                        <a:ea typeface="ＭＳ Ｐゴシック" pitchFamily="34" charset="-128"/>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fr-FR" sz="1200" b="0" i="0" u="none" strike="noStrike" cap="none" normalizeH="0" baseline="0" dirty="0">
                          <a:ln>
                            <a:noFill/>
                          </a:ln>
                          <a:solidFill>
                            <a:schemeClr val="tx1">
                              <a:lumMod val="95000"/>
                              <a:lumOff val="5000"/>
                            </a:schemeClr>
                          </a:solidFill>
                          <a:effectLst/>
                          <a:latin typeface="Arial" charset="0"/>
                          <a:ea typeface="ＭＳ Ｐゴシック" pitchFamily="34" charset="-128"/>
                        </a:rPr>
                        <a:t>Local upgrade</a:t>
                      </a:r>
                      <a:endParaRPr kumimoji="0" lang="en-US" sz="1200" b="0" i="0" u="none" strike="noStrike" cap="none" normalizeH="0" baseline="0" dirty="0">
                        <a:ln>
                          <a:noFill/>
                        </a:ln>
                        <a:solidFill>
                          <a:schemeClr val="tx1">
                            <a:lumMod val="95000"/>
                            <a:lumOff val="5000"/>
                          </a:schemeClr>
                        </a:solidFill>
                        <a:effectLst/>
                        <a:latin typeface="Arial" charset="0"/>
                        <a:ea typeface="ＭＳ Ｐゴシック" pitchFamily="34" charset="-128"/>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200" b="0" i="0" u="none" strike="noStrike" cap="none" normalizeH="0" baseline="0" dirty="0">
                          <a:ln>
                            <a:noFill/>
                          </a:ln>
                          <a:solidFill>
                            <a:schemeClr val="bg1">
                              <a:lumMod val="65000"/>
                            </a:schemeClr>
                          </a:solidFill>
                          <a:effectLst/>
                          <a:latin typeface="Arial" charset="0"/>
                          <a:ea typeface="ＭＳ Ｐゴシック" pitchFamily="34" charset="-128"/>
                        </a:rPr>
                        <a:t>AV-</a:t>
                      </a:r>
                      <a:r>
                        <a:rPr kumimoji="0" lang="fr-FR" sz="1200" b="0" i="0" u="none" strike="noStrike" cap="none" normalizeH="0" baseline="0" dirty="0" err="1">
                          <a:ln>
                            <a:noFill/>
                          </a:ln>
                          <a:solidFill>
                            <a:schemeClr val="bg1">
                              <a:lumMod val="65000"/>
                            </a:schemeClr>
                          </a:solidFill>
                          <a:effectLst/>
                          <a:latin typeface="Arial" charset="0"/>
                          <a:ea typeface="ＭＳ Ｐゴシック" pitchFamily="34" charset="-128"/>
                        </a:rPr>
                        <a:t>ready</a:t>
                      </a:r>
                      <a:endParaRPr kumimoji="0" lang="fr-FR" sz="1200" b="0" i="0" u="none" strike="noStrike" cap="none" normalizeH="0" baseline="0" dirty="0">
                        <a:ln>
                          <a:noFill/>
                        </a:ln>
                        <a:solidFill>
                          <a:schemeClr val="bg1">
                            <a:lumMod val="65000"/>
                          </a:schemeClr>
                        </a:solidFill>
                        <a:effectLst/>
                        <a:latin typeface="Arial" charset="0"/>
                        <a:ea typeface="ＭＳ Ｐゴシック" pitchFamily="34" charset="-128"/>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200" b="0" i="0" u="none" strike="noStrike" cap="none" normalizeH="0" baseline="0" dirty="0" err="1">
                          <a:ln>
                            <a:noFill/>
                          </a:ln>
                          <a:solidFill>
                            <a:schemeClr val="bg1">
                              <a:lumMod val="65000"/>
                            </a:schemeClr>
                          </a:solidFill>
                          <a:effectLst/>
                          <a:latin typeface="Arial" charset="0"/>
                          <a:ea typeface="ＭＳ Ｐゴシック" pitchFamily="34" charset="-128"/>
                        </a:rPr>
                        <a:t>SmartSIM</a:t>
                      </a:r>
                      <a:r>
                        <a:rPr kumimoji="0" lang="fr-FR" sz="1200" b="0" i="0" u="none" strike="noStrike" cap="none" normalizeH="0" baseline="0" dirty="0">
                          <a:ln>
                            <a:noFill/>
                          </a:ln>
                          <a:solidFill>
                            <a:schemeClr val="bg1">
                              <a:lumMod val="65000"/>
                            </a:schemeClr>
                          </a:solidFill>
                          <a:effectLst/>
                          <a:latin typeface="Arial" charset="0"/>
                          <a:ea typeface="ＭＳ Ｐゴシック" pitchFamily="34" charset="-128"/>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200" b="0" i="0" u="none" strike="noStrike" cap="none" normalizeH="0" baseline="0" dirty="0" err="1">
                          <a:ln>
                            <a:noFill/>
                          </a:ln>
                          <a:solidFill>
                            <a:schemeClr val="bg1">
                              <a:lumMod val="65000"/>
                            </a:schemeClr>
                          </a:solidFill>
                          <a:effectLst/>
                          <a:latin typeface="Arial" charset="0"/>
                          <a:ea typeface="ＭＳ Ｐゴシック" pitchFamily="34" charset="-128"/>
                        </a:rPr>
                        <a:t>eUICC</a:t>
                      </a:r>
                      <a:r>
                        <a:rPr kumimoji="0" lang="fr-FR" sz="1200" b="0" i="0" u="none" strike="noStrike" cap="none" normalizeH="0" baseline="0" dirty="0">
                          <a:ln>
                            <a:noFill/>
                          </a:ln>
                          <a:solidFill>
                            <a:schemeClr val="bg1">
                              <a:lumMod val="65000"/>
                            </a:schemeClr>
                          </a:solidFill>
                          <a:effectLst/>
                          <a:latin typeface="Arial" charset="0"/>
                          <a:ea typeface="ＭＳ Ｐゴシック" pitchFamily="34" charset="-128"/>
                        </a:rPr>
                        <a:t> </a:t>
                      </a:r>
                      <a:r>
                        <a:rPr kumimoji="0" lang="fr-FR" sz="1200" b="0" i="0" u="none" strike="noStrike" cap="none" normalizeH="0" baseline="0" dirty="0" err="1">
                          <a:ln>
                            <a:noFill/>
                          </a:ln>
                          <a:solidFill>
                            <a:schemeClr val="bg1">
                              <a:lumMod val="65000"/>
                            </a:schemeClr>
                          </a:solidFill>
                          <a:effectLst/>
                          <a:latin typeface="Arial" charset="0"/>
                          <a:ea typeface="ＭＳ Ｐゴシック" pitchFamily="34" charset="-128"/>
                        </a:rPr>
                        <a:t>ready</a:t>
                      </a:r>
                      <a:r>
                        <a:rPr kumimoji="0" lang="fr-FR" sz="1200" b="0" i="0" u="none" strike="noStrike" cap="none" normalizeH="0" baseline="0" dirty="0">
                          <a:ln>
                            <a:noFill/>
                          </a:ln>
                          <a:solidFill>
                            <a:schemeClr val="bg1">
                              <a:lumMod val="65000"/>
                            </a:schemeClr>
                          </a:solidFill>
                          <a:effectLst/>
                          <a:latin typeface="Arial" charset="0"/>
                          <a:ea typeface="ＭＳ Ｐゴシック" pitchFamily="34" charset="-128"/>
                        </a:rPr>
                        <a:t> (TBC)</a:t>
                      </a:r>
                    </a:p>
                  </a:txBody>
                  <a:tcPr marT="45710" marB="45710"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cap="none" normalizeH="0" baseline="0" dirty="0">
                        <a:ln>
                          <a:noFill/>
                        </a:ln>
                        <a:solidFill>
                          <a:schemeClr val="bg1">
                            <a:lumMod val="65000"/>
                          </a:schemeClr>
                        </a:solidFill>
                        <a:effectLst/>
                        <a:latin typeface="Arial" charset="0"/>
                        <a:ea typeface="ＭＳ Ｐゴシック" pitchFamily="34" charset="-128"/>
                      </a:endParaRPr>
                    </a:p>
                  </a:txBody>
                  <a:tcPr marT="45710" marB="45710" horzOverflow="overflow">
                    <a:lnL w="12700" cap="flat" cmpd="sng" algn="ctr">
                      <a:no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fr-FR" sz="1200" b="0" i="0" u="none" strike="noStrike" kern="1200" cap="none" normalizeH="0" baseline="0" dirty="0">
                        <a:ln>
                          <a:noFill/>
                        </a:ln>
                        <a:solidFill>
                          <a:schemeClr val="bg1">
                            <a:lumMod val="65000"/>
                          </a:schemeClr>
                        </a:solidFill>
                        <a:effectLst/>
                        <a:latin typeface="Arial" charset="0"/>
                        <a:ea typeface="ＭＳ Ｐゴシック" pitchFamily="34" charset="-128"/>
                        <a:cs typeface="+mn-cs"/>
                      </a:endParaRPr>
                    </a:p>
                  </a:txBody>
                  <a:tcPr marT="45710" marB="45710" horzOverflow="overflow"/>
                </a:tc>
                <a:extLst>
                  <a:ext uri="{0D108BD9-81ED-4DB2-BD59-A6C34878D82A}">
                    <a16:rowId xmlns:a16="http://schemas.microsoft.com/office/drawing/2014/main" val="10002"/>
                  </a:ext>
                </a:extLst>
              </a:tr>
              <a:tr h="320040">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fr-FR" sz="1200" b="0" i="0" u="none" strike="noStrike" cap="none" normalizeH="0" baseline="0" dirty="0">
                          <a:ln>
                            <a:noFill/>
                          </a:ln>
                          <a:solidFill>
                            <a:schemeClr val="tx1">
                              <a:lumMod val="95000"/>
                              <a:lumOff val="5000"/>
                            </a:schemeClr>
                          </a:solidFill>
                          <a:effectLst/>
                          <a:latin typeface="Arial" charset="0"/>
                          <a:ea typeface="ＭＳ Ｐゴシック" pitchFamily="34" charset="-128"/>
                        </a:rPr>
                        <a:t>Security</a:t>
                      </a:r>
                      <a:endParaRPr kumimoji="0" lang="en-US" sz="1200" b="0" i="0" u="none" strike="noStrike" cap="none" normalizeH="0" baseline="0" dirty="0">
                        <a:ln>
                          <a:noFill/>
                        </a:ln>
                        <a:solidFill>
                          <a:schemeClr val="tx1">
                            <a:lumMod val="95000"/>
                            <a:lumOff val="5000"/>
                          </a:schemeClr>
                        </a:solidFill>
                        <a:effectLst/>
                        <a:latin typeface="Arial" charset="0"/>
                        <a:ea typeface="ＭＳ Ｐゴシック" pitchFamily="34" charset="-128"/>
                      </a:endParaRPr>
                    </a:p>
                  </a:txBody>
                  <a:tcPr marT="45710" marB="45710" horzOverflow="overflow">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sz="1200" b="0" i="0" u="none" strike="noStrike" cap="none" normalizeH="0" baseline="0" dirty="0">
                          <a:ln>
                            <a:noFill/>
                          </a:ln>
                          <a:solidFill>
                            <a:schemeClr val="tx1">
                              <a:lumMod val="95000"/>
                              <a:lumOff val="5000"/>
                            </a:schemeClr>
                          </a:solidFill>
                          <a:effectLst/>
                          <a:latin typeface="Arial" charset="0"/>
                          <a:ea typeface="ＭＳ Ｐゴシック" pitchFamily="34" charset="-128"/>
                        </a:rPr>
                        <a:t>Secure socket</a:t>
                      </a:r>
                    </a:p>
                    <a:p>
                      <a:pPr marL="0" marR="0" lvl="0" indent="0" algn="ctr" defTabSz="914400" rtl="0" eaLnBrk="1" fontAlgn="base" latinLnBrk="0" hangingPunct="1">
                        <a:lnSpc>
                          <a:spcPct val="100000"/>
                        </a:lnSpc>
                        <a:spcBef>
                          <a:spcPct val="0"/>
                        </a:spcBef>
                        <a:spcAft>
                          <a:spcPct val="0"/>
                        </a:spcAft>
                        <a:buClrTx/>
                        <a:buSzTx/>
                        <a:buFontTx/>
                        <a:buNone/>
                        <a:tabLst/>
                      </a:pPr>
                      <a:r>
                        <a:rPr kumimoji="0" lang="fr-FR" sz="1200" b="0" i="0" u="none" strike="noStrike" cap="none" normalizeH="0" baseline="0" dirty="0">
                          <a:ln>
                            <a:noFill/>
                          </a:ln>
                          <a:solidFill>
                            <a:schemeClr val="tx1">
                              <a:lumMod val="95000"/>
                              <a:lumOff val="5000"/>
                            </a:schemeClr>
                          </a:solidFill>
                          <a:effectLst/>
                          <a:latin typeface="Arial" charset="0"/>
                          <a:ea typeface="ＭＳ Ｐゴシック" pitchFamily="34" charset="-128"/>
                        </a:rPr>
                        <a:t>(TCP/UDP)</a:t>
                      </a:r>
                      <a:endParaRPr kumimoji="0" lang="en-US" sz="1200" b="0" i="0" u="none" strike="noStrike" cap="none" normalizeH="0" baseline="0" dirty="0">
                        <a:ln>
                          <a:noFill/>
                        </a:ln>
                        <a:solidFill>
                          <a:schemeClr val="tx1">
                            <a:lumMod val="95000"/>
                            <a:lumOff val="5000"/>
                          </a:schemeClr>
                        </a:solidFill>
                        <a:effectLst/>
                        <a:latin typeface="Arial" charset="0"/>
                        <a:ea typeface="ＭＳ Ｐゴシック" pitchFamily="34" charset="-128"/>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200" b="0" i="0" u="none" strike="noStrike" cap="none" normalizeH="0" baseline="0" dirty="0">
                          <a:ln>
                            <a:noFill/>
                          </a:ln>
                          <a:solidFill>
                            <a:schemeClr val="bg1">
                              <a:lumMod val="65000"/>
                            </a:schemeClr>
                          </a:solidFill>
                          <a:effectLst/>
                          <a:latin typeface="Arial" charset="0"/>
                          <a:ea typeface="ＭＳ Ｐゴシック" pitchFamily="34" charset="-128"/>
                        </a:rPr>
                        <a:t>Secure socket (HTTPS)</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200" b="0" i="0" u="none" strike="noStrike" cap="none" normalizeH="0" baseline="0" dirty="0">
                          <a:ln>
                            <a:noFill/>
                          </a:ln>
                          <a:solidFill>
                            <a:schemeClr val="bg1">
                              <a:lumMod val="65000"/>
                            </a:schemeClr>
                          </a:solidFill>
                          <a:effectLst/>
                          <a:latin typeface="Arial" charset="0"/>
                          <a:ea typeface="ＭＳ Ｐゴシック" pitchFamily="34" charset="-128"/>
                        </a:rPr>
                        <a:t>Secure boot</a:t>
                      </a:r>
                    </a:p>
                  </a:txBody>
                  <a:tcPr marT="45710" marB="45710"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cap="none" normalizeH="0" baseline="0" dirty="0">
                        <a:ln>
                          <a:noFill/>
                        </a:ln>
                        <a:solidFill>
                          <a:schemeClr val="bg1">
                            <a:lumMod val="65000"/>
                          </a:schemeClr>
                        </a:solidFill>
                        <a:effectLst/>
                        <a:latin typeface="Arial" charset="0"/>
                        <a:ea typeface="ＭＳ Ｐゴシック" pitchFamily="34" charset="-128"/>
                      </a:endParaRPr>
                    </a:p>
                  </a:txBody>
                  <a:tcPr marT="45710" marB="45710" horzOverflow="overflow">
                    <a:lnL w="12700" cap="flat" cmpd="sng" algn="ctr">
                      <a:no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normalizeH="0" baseline="0" dirty="0">
                        <a:ln>
                          <a:noFill/>
                        </a:ln>
                        <a:solidFill>
                          <a:schemeClr val="bg1">
                            <a:lumMod val="65000"/>
                          </a:schemeClr>
                        </a:solidFill>
                        <a:effectLst/>
                        <a:latin typeface="Arial" charset="0"/>
                        <a:ea typeface="ＭＳ Ｐゴシック" pitchFamily="34" charset="-128"/>
                        <a:cs typeface="+mn-cs"/>
                      </a:endParaRPr>
                    </a:p>
                  </a:txBody>
                  <a:tcPr marT="45710" marB="45710" horzOverflow="overflow"/>
                </a:tc>
                <a:extLst>
                  <a:ext uri="{0D108BD9-81ED-4DB2-BD59-A6C34878D82A}">
                    <a16:rowId xmlns:a16="http://schemas.microsoft.com/office/drawing/2014/main" val="10003"/>
                  </a:ext>
                </a:extLst>
              </a:tr>
              <a:tr h="375253">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fr-FR" sz="1200" b="0" i="0" u="none" strike="noStrike" cap="none" normalizeH="0" baseline="0" dirty="0">
                          <a:ln>
                            <a:noFill/>
                          </a:ln>
                          <a:solidFill>
                            <a:schemeClr val="tx1">
                              <a:lumMod val="95000"/>
                              <a:lumOff val="5000"/>
                            </a:schemeClr>
                          </a:solidFill>
                          <a:effectLst/>
                          <a:latin typeface="Arial" charset="0"/>
                          <a:ea typeface="ＭＳ Ｐゴシック" pitchFamily="34" charset="-128"/>
                        </a:rPr>
                        <a:t>IP</a:t>
                      </a:r>
                      <a:endParaRPr kumimoji="0" lang="en-US" sz="1200" b="0" i="0" u="none" strike="noStrike" cap="none" normalizeH="0" baseline="0" dirty="0">
                        <a:ln>
                          <a:noFill/>
                        </a:ln>
                        <a:solidFill>
                          <a:schemeClr val="tx1">
                            <a:lumMod val="95000"/>
                            <a:lumOff val="5000"/>
                          </a:schemeClr>
                        </a:solidFill>
                        <a:effectLst/>
                        <a:latin typeface="Arial" charset="0"/>
                        <a:ea typeface="ＭＳ Ｐゴシック" pitchFamily="34" charset="-128"/>
                      </a:endParaRPr>
                    </a:p>
                  </a:txBody>
                  <a:tcPr marT="45710" marB="45710" horzOverflow="overflow">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sz="1200" b="0" i="0" u="none" strike="noStrike" kern="1200" cap="none" normalizeH="0" baseline="0" dirty="0">
                          <a:ln>
                            <a:noFill/>
                          </a:ln>
                          <a:solidFill>
                            <a:schemeClr val="tx1">
                              <a:lumMod val="95000"/>
                              <a:lumOff val="5000"/>
                            </a:schemeClr>
                          </a:solidFill>
                          <a:effectLst/>
                          <a:latin typeface="Arial" charset="0"/>
                          <a:ea typeface="ＭＳ Ｐゴシック" pitchFamily="34" charset="-128"/>
                          <a:cs typeface="+mn-cs"/>
                        </a:rPr>
                        <a:t>PPP E2E (ATD*99)</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200" b="0" i="0" u="none" strike="noStrike" cap="none" normalizeH="0" baseline="0" dirty="0">
                          <a:ln>
                            <a:noFill/>
                          </a:ln>
                          <a:solidFill>
                            <a:schemeClr val="tx1">
                              <a:lumMod val="95000"/>
                              <a:lumOff val="5000"/>
                            </a:schemeClr>
                          </a:solidFill>
                          <a:effectLst/>
                          <a:latin typeface="Arial" charset="0"/>
                          <a:ea typeface="ＭＳ Ｐゴシック" pitchFamily="34" charset="-128"/>
                        </a:rPr>
                        <a:t>TCP/UDP/SSL</a:t>
                      </a:r>
                      <a:endParaRPr kumimoji="0" lang="en-US" sz="1200" b="0" i="0" u="none" strike="noStrike" kern="1200" cap="none" normalizeH="0" baseline="0" dirty="0">
                        <a:ln>
                          <a:noFill/>
                        </a:ln>
                        <a:solidFill>
                          <a:schemeClr val="tx1">
                            <a:lumMod val="95000"/>
                            <a:lumOff val="5000"/>
                          </a:schemeClr>
                        </a:solidFill>
                        <a:effectLst/>
                        <a:latin typeface="Arial" charset="0"/>
                        <a:ea typeface="ＭＳ Ｐゴシック" pitchFamily="34" charset="-128"/>
                        <a:cs typeface="+mn-cs"/>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fr-FR" sz="1200" b="0" i="0" u="none" strike="noStrike" kern="1200" cap="none" normalizeH="0" baseline="0" dirty="0">
                          <a:ln>
                            <a:noFill/>
                          </a:ln>
                          <a:solidFill>
                            <a:schemeClr val="tx1">
                              <a:lumMod val="95000"/>
                              <a:lumOff val="5000"/>
                            </a:schemeClr>
                          </a:solidFill>
                          <a:effectLst/>
                          <a:latin typeface="Arial" charset="0"/>
                          <a:ea typeface="ＭＳ Ｐゴシック" pitchFamily="34" charset="-128"/>
                          <a:cs typeface="+mn-cs"/>
                        </a:rPr>
                        <a:t>IPv4/IPv6</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cap="none" normalizeH="0" baseline="0" dirty="0">
                        <a:ln>
                          <a:noFill/>
                        </a:ln>
                        <a:solidFill>
                          <a:schemeClr val="bg1">
                            <a:lumMod val="65000"/>
                          </a:schemeClr>
                        </a:solidFill>
                        <a:effectLst/>
                        <a:latin typeface="Arial" charset="0"/>
                        <a:ea typeface="ＭＳ Ｐゴシック" pitchFamily="34" charset="-128"/>
                      </a:endParaRPr>
                    </a:p>
                  </a:txBody>
                  <a:tcPr marT="45710" marB="45710"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cap="none" normalizeH="0" baseline="0" dirty="0">
                        <a:ln>
                          <a:noFill/>
                        </a:ln>
                        <a:solidFill>
                          <a:schemeClr val="bg1">
                            <a:lumMod val="65000"/>
                          </a:schemeClr>
                        </a:solidFill>
                        <a:effectLst/>
                        <a:latin typeface="Arial" charset="0"/>
                        <a:ea typeface="ＭＳ Ｐゴシック" pitchFamily="34" charset="-128"/>
                      </a:endParaRPr>
                    </a:p>
                  </a:txBody>
                  <a:tcPr marT="45710" marB="45710" horzOverflow="overflow">
                    <a:lnL w="12700" cap="flat" cmpd="sng" algn="ctr">
                      <a:no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normalizeH="0" baseline="0" dirty="0">
                        <a:ln>
                          <a:noFill/>
                        </a:ln>
                        <a:solidFill>
                          <a:schemeClr val="bg1">
                            <a:lumMod val="65000"/>
                          </a:schemeClr>
                        </a:solidFill>
                        <a:effectLst/>
                        <a:latin typeface="Arial" charset="0"/>
                        <a:ea typeface="ＭＳ Ｐゴシック" pitchFamily="34" charset="-128"/>
                        <a:cs typeface="+mn-cs"/>
                      </a:endParaRPr>
                    </a:p>
                  </a:txBody>
                  <a:tcPr marT="45710" marB="45710" horzOverflow="overflow"/>
                </a:tc>
                <a:extLst>
                  <a:ext uri="{0D108BD9-81ED-4DB2-BD59-A6C34878D82A}">
                    <a16:rowId xmlns:a16="http://schemas.microsoft.com/office/drawing/2014/main" val="10004"/>
                  </a:ext>
                </a:extLst>
              </a:tr>
              <a:tr h="373226">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fr-FR" sz="1200" b="0" i="0" u="none" strike="noStrike" cap="none" normalizeH="0" baseline="0" dirty="0">
                          <a:ln>
                            <a:noFill/>
                          </a:ln>
                          <a:solidFill>
                            <a:schemeClr val="tx1">
                              <a:lumMod val="95000"/>
                              <a:lumOff val="5000"/>
                            </a:schemeClr>
                          </a:solidFill>
                          <a:effectLst/>
                          <a:latin typeface="Arial" charset="0"/>
                          <a:ea typeface="ＭＳ Ｐゴシック" pitchFamily="34" charset="-128"/>
                        </a:rPr>
                        <a:t>GNSS</a:t>
                      </a:r>
                    </a:p>
                  </a:txBody>
                  <a:tcPr marT="45710" marB="45710" horzOverflow="overflow">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lumMod val="95000"/>
                            <a:lumOff val="5000"/>
                          </a:schemeClr>
                        </a:solidFill>
                        <a:effectLst/>
                        <a:latin typeface="Arial" charset="0"/>
                        <a:ea typeface="ＭＳ Ｐゴシック" pitchFamily="34" charset="-128"/>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200" b="0" i="0" u="none" strike="noStrike" cap="none" normalizeH="0" baseline="0" dirty="0">
                          <a:ln>
                            <a:noFill/>
                          </a:ln>
                          <a:solidFill>
                            <a:schemeClr val="bg1">
                              <a:lumMod val="65000"/>
                            </a:schemeClr>
                          </a:solidFill>
                          <a:effectLst/>
                          <a:latin typeface="Arial" charset="0"/>
                          <a:ea typeface="ＭＳ Ｐゴシック" pitchFamily="34" charset="-128"/>
                        </a:rPr>
                        <a:t>GNSS</a:t>
                      </a:r>
                      <a:endParaRPr kumimoji="0" lang="en-US" sz="1200" b="0" i="0" u="none" strike="noStrike" cap="none" normalizeH="0" baseline="0" dirty="0">
                        <a:ln>
                          <a:noFill/>
                        </a:ln>
                        <a:solidFill>
                          <a:schemeClr val="bg1">
                            <a:lumMod val="65000"/>
                          </a:schemeClr>
                        </a:solidFill>
                        <a:effectLst/>
                        <a:latin typeface="Arial" charset="0"/>
                        <a:ea typeface="ＭＳ Ｐゴシック" pitchFamily="34" charset="-128"/>
                      </a:endParaRPr>
                    </a:p>
                  </a:txBody>
                  <a:tcPr marT="45710" marB="45710"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cap="none" normalizeH="0" baseline="0" dirty="0">
                        <a:ln>
                          <a:noFill/>
                        </a:ln>
                        <a:solidFill>
                          <a:schemeClr val="bg1">
                            <a:lumMod val="65000"/>
                          </a:schemeClr>
                        </a:solidFill>
                        <a:effectLst/>
                        <a:latin typeface="Arial" charset="0"/>
                        <a:ea typeface="ＭＳ Ｐゴシック" pitchFamily="34" charset="-128"/>
                      </a:endParaRPr>
                    </a:p>
                  </a:txBody>
                  <a:tcPr marT="45710" marB="45710" horzOverflow="overflow">
                    <a:lnL w="12700" cap="flat" cmpd="sng" algn="ctr">
                      <a:no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200" b="0" i="0" u="none" strike="noStrike" kern="1200" cap="none" normalizeH="0" baseline="0" dirty="0">
                          <a:ln>
                            <a:noFill/>
                          </a:ln>
                          <a:solidFill>
                            <a:schemeClr val="bg1">
                              <a:lumMod val="65000"/>
                            </a:schemeClr>
                          </a:solidFill>
                          <a:effectLst/>
                          <a:latin typeface="Arial" charset="0"/>
                          <a:ea typeface="ＭＳ Ｐゴシック" pitchFamily="34" charset="-128"/>
                          <a:cs typeface="+mn-cs"/>
                        </a:rPr>
                        <a:t>A-GNSS (Server </a:t>
                      </a:r>
                      <a:r>
                        <a:rPr kumimoji="0" lang="fr-FR" sz="1200" b="0" i="0" u="none" strike="noStrike" kern="1200" cap="none" normalizeH="0" baseline="0" dirty="0" err="1">
                          <a:ln>
                            <a:noFill/>
                          </a:ln>
                          <a:solidFill>
                            <a:schemeClr val="bg1">
                              <a:lumMod val="65000"/>
                            </a:schemeClr>
                          </a:solidFill>
                          <a:effectLst/>
                          <a:latin typeface="Arial" charset="0"/>
                          <a:ea typeface="ＭＳ Ｐゴシック" pitchFamily="34" charset="-128"/>
                          <a:cs typeface="+mn-cs"/>
                        </a:rPr>
                        <a:t>based</a:t>
                      </a:r>
                      <a:r>
                        <a:rPr kumimoji="0" lang="fr-FR" sz="1200" b="0" i="0" u="none" strike="noStrike" kern="1200" cap="none" normalizeH="0" baseline="0" dirty="0">
                          <a:ln>
                            <a:noFill/>
                          </a:ln>
                          <a:solidFill>
                            <a:schemeClr val="bg1">
                              <a:lumMod val="65000"/>
                            </a:schemeClr>
                          </a:solidFill>
                          <a:effectLst/>
                          <a:latin typeface="Arial" charset="0"/>
                          <a:ea typeface="ＭＳ Ｐゴシック" pitchFamily="34" charset="-128"/>
                          <a:cs typeface="+mn-cs"/>
                        </a:rPr>
                        <a:t>)</a:t>
                      </a:r>
                      <a:endParaRPr kumimoji="0" lang="en-US" sz="1200" b="0" i="0" u="none" strike="noStrike" kern="1200" cap="none" normalizeH="0" baseline="0" dirty="0">
                        <a:ln>
                          <a:noFill/>
                        </a:ln>
                        <a:solidFill>
                          <a:schemeClr val="bg1">
                            <a:lumMod val="65000"/>
                          </a:schemeClr>
                        </a:solidFill>
                        <a:effectLst/>
                        <a:latin typeface="Arial" charset="0"/>
                        <a:ea typeface="ＭＳ Ｐゴシック" pitchFamily="34" charset="-128"/>
                        <a:cs typeface="+mn-cs"/>
                      </a:endParaRPr>
                    </a:p>
                  </a:txBody>
                  <a:tcPr marT="45710" marB="45710" horzOverflow="overflow"/>
                </a:tc>
                <a:extLst>
                  <a:ext uri="{0D108BD9-81ED-4DB2-BD59-A6C34878D82A}">
                    <a16:rowId xmlns:a16="http://schemas.microsoft.com/office/drawing/2014/main" val="10005"/>
                  </a:ext>
                </a:extLst>
              </a:tr>
              <a:tr h="283464">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fr-FR" sz="1200" b="0" i="0" u="none" strike="noStrike" cap="none" normalizeH="0" baseline="0" dirty="0">
                          <a:ln>
                            <a:noFill/>
                          </a:ln>
                          <a:solidFill>
                            <a:schemeClr val="tx1">
                              <a:lumMod val="95000"/>
                              <a:lumOff val="5000"/>
                            </a:schemeClr>
                          </a:solidFill>
                          <a:effectLst/>
                          <a:latin typeface="Arial" charset="0"/>
                          <a:ea typeface="ＭＳ Ｐゴシック" pitchFamily="34" charset="-128"/>
                        </a:rPr>
                        <a:t>Serial </a:t>
                      </a:r>
                      <a:r>
                        <a:rPr kumimoji="0" lang="fr-FR" sz="1200" b="0" i="0" u="none" strike="noStrike" cap="none" normalizeH="0" baseline="0" dirty="0" err="1">
                          <a:ln>
                            <a:noFill/>
                          </a:ln>
                          <a:solidFill>
                            <a:schemeClr val="tx1">
                              <a:lumMod val="95000"/>
                              <a:lumOff val="5000"/>
                            </a:schemeClr>
                          </a:solidFill>
                          <a:effectLst/>
                          <a:latin typeface="Arial" charset="0"/>
                          <a:ea typeface="ＭＳ Ｐゴシック" pitchFamily="34" charset="-128"/>
                        </a:rPr>
                        <a:t>link</a:t>
                      </a:r>
                      <a:endParaRPr kumimoji="0" lang="en-US" sz="1200" b="0" i="0" u="none" strike="noStrike" cap="none" normalizeH="0" baseline="0" dirty="0">
                        <a:ln>
                          <a:noFill/>
                        </a:ln>
                        <a:solidFill>
                          <a:schemeClr val="tx1">
                            <a:lumMod val="95000"/>
                            <a:lumOff val="5000"/>
                          </a:schemeClr>
                        </a:solidFill>
                        <a:effectLst/>
                        <a:latin typeface="Arial" charset="0"/>
                        <a:ea typeface="ＭＳ Ｐゴシック" pitchFamily="34" charset="-128"/>
                      </a:endParaRPr>
                    </a:p>
                  </a:txBody>
                  <a:tcPr marT="45710" marB="45710" horzOverflow="overflow">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sz="1200" b="0" i="0" u="none" strike="noStrike" cap="none" normalizeH="0" baseline="0" dirty="0">
                          <a:ln>
                            <a:noFill/>
                          </a:ln>
                          <a:solidFill>
                            <a:schemeClr val="tx1">
                              <a:lumMod val="95000"/>
                              <a:lumOff val="5000"/>
                            </a:schemeClr>
                          </a:solidFill>
                          <a:effectLst/>
                          <a:latin typeface="Arial" charset="0"/>
                          <a:ea typeface="ＭＳ Ｐゴシック" pitchFamily="34" charset="-128"/>
                        </a:rPr>
                        <a:t>UART 4/ 8-wires</a:t>
                      </a:r>
                      <a:endParaRPr kumimoji="0" lang="en-US" sz="1200" b="0" i="0" u="none" strike="noStrike" cap="none" normalizeH="0" baseline="0" dirty="0">
                        <a:ln>
                          <a:noFill/>
                        </a:ln>
                        <a:solidFill>
                          <a:schemeClr val="tx1">
                            <a:lumMod val="95000"/>
                            <a:lumOff val="5000"/>
                          </a:schemeClr>
                        </a:solidFill>
                        <a:effectLst/>
                        <a:latin typeface="Arial" charset="0"/>
                        <a:ea typeface="ＭＳ Ｐゴシック" pitchFamily="34" charset="-128"/>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200" b="0" i="0" u="none" strike="noStrike" cap="none" normalizeH="0" baseline="0" dirty="0">
                          <a:ln>
                            <a:noFill/>
                          </a:ln>
                          <a:solidFill>
                            <a:schemeClr val="bg1">
                              <a:lumMod val="65000"/>
                            </a:schemeClr>
                          </a:solidFill>
                          <a:effectLst/>
                          <a:latin typeface="Arial" charset="0"/>
                          <a:ea typeface="ＭＳ Ｐゴシック" pitchFamily="34" charset="-128"/>
                        </a:rPr>
                        <a:t>USB FS</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200" b="0" i="0" u="none" strike="noStrike" cap="none" normalizeH="0" baseline="0" dirty="0">
                          <a:ln>
                            <a:noFill/>
                          </a:ln>
                          <a:solidFill>
                            <a:schemeClr val="bg1">
                              <a:lumMod val="65000"/>
                            </a:schemeClr>
                          </a:solidFill>
                          <a:effectLst/>
                          <a:latin typeface="Arial" charset="0"/>
                          <a:ea typeface="ＭＳ Ｐゴシック" pitchFamily="34" charset="-128"/>
                        </a:rPr>
                        <a:t>(w/ </a:t>
                      </a:r>
                      <a:r>
                        <a:rPr kumimoji="0" lang="fr-FR" sz="1200" b="0" i="0" u="none" strike="noStrike" cap="none" normalizeH="0" baseline="0" dirty="0" err="1">
                          <a:ln>
                            <a:noFill/>
                          </a:ln>
                          <a:solidFill>
                            <a:schemeClr val="bg1">
                              <a:lumMod val="65000"/>
                            </a:schemeClr>
                          </a:solidFill>
                          <a:effectLst/>
                          <a:latin typeface="Arial" charset="0"/>
                          <a:ea typeface="ＭＳ Ｐゴシック" pitchFamily="34" charset="-128"/>
                        </a:rPr>
                        <a:t>ethernet</a:t>
                      </a:r>
                      <a:r>
                        <a:rPr kumimoji="0" lang="fr-FR" sz="1200" b="0" i="0" u="none" strike="noStrike" cap="none" normalizeH="0" baseline="0" dirty="0">
                          <a:ln>
                            <a:noFill/>
                          </a:ln>
                          <a:solidFill>
                            <a:schemeClr val="bg1">
                              <a:lumMod val="65000"/>
                            </a:schemeClr>
                          </a:solidFill>
                          <a:effectLst/>
                          <a:latin typeface="Arial" charset="0"/>
                          <a:ea typeface="ＭＳ Ｐゴシック" pitchFamily="34" charset="-128"/>
                        </a:rPr>
                        <a:t> classes)</a:t>
                      </a:r>
                      <a:endParaRPr kumimoji="0" lang="en-US" sz="1200" b="0" i="0" u="none" strike="noStrike" cap="none" normalizeH="0" baseline="0" dirty="0">
                        <a:ln>
                          <a:noFill/>
                        </a:ln>
                        <a:solidFill>
                          <a:schemeClr val="bg1">
                            <a:lumMod val="65000"/>
                          </a:schemeClr>
                        </a:solidFill>
                        <a:effectLst/>
                        <a:latin typeface="Arial" charset="0"/>
                        <a:ea typeface="ＭＳ Ｐゴシック" pitchFamily="34" charset="-128"/>
                      </a:endParaRPr>
                    </a:p>
                  </a:txBody>
                  <a:tcPr marT="45710" marB="45710"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cap="none" normalizeH="0" baseline="0" dirty="0">
                        <a:ln>
                          <a:noFill/>
                        </a:ln>
                        <a:solidFill>
                          <a:schemeClr val="bg1">
                            <a:lumMod val="65000"/>
                          </a:schemeClr>
                        </a:solidFill>
                        <a:effectLst/>
                        <a:latin typeface="Arial" charset="0"/>
                        <a:ea typeface="ＭＳ Ｐゴシック" pitchFamily="34" charset="-128"/>
                      </a:endParaRPr>
                    </a:p>
                  </a:txBody>
                  <a:tcPr marT="45710" marB="45710" horzOverflow="overflow">
                    <a:lnL w="12700" cap="flat" cmpd="sng" algn="ctr">
                      <a:no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normalizeH="0" baseline="0" dirty="0">
                        <a:ln>
                          <a:noFill/>
                        </a:ln>
                        <a:solidFill>
                          <a:schemeClr val="bg1">
                            <a:lumMod val="65000"/>
                          </a:schemeClr>
                        </a:solidFill>
                        <a:effectLst/>
                        <a:latin typeface="Arial" charset="0"/>
                        <a:ea typeface="ＭＳ Ｐゴシック" pitchFamily="34" charset="-128"/>
                        <a:cs typeface="+mn-cs"/>
                      </a:endParaRPr>
                    </a:p>
                  </a:txBody>
                  <a:tcPr marT="45710" marB="45710" horzOverflow="overflow"/>
                </a:tc>
                <a:extLst>
                  <a:ext uri="{0D108BD9-81ED-4DB2-BD59-A6C34878D82A}">
                    <a16:rowId xmlns:a16="http://schemas.microsoft.com/office/drawing/2014/main" val="10006"/>
                  </a:ext>
                </a:extLst>
              </a:tr>
              <a:tr h="32004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200" b="0" i="0" u="none" strike="noStrike" cap="none" normalizeH="0" baseline="0" dirty="0">
                          <a:ln>
                            <a:noFill/>
                          </a:ln>
                          <a:solidFill>
                            <a:schemeClr val="tx1">
                              <a:lumMod val="95000"/>
                              <a:lumOff val="5000"/>
                            </a:schemeClr>
                          </a:solidFill>
                          <a:effectLst/>
                          <a:latin typeface="Arial" charset="0"/>
                          <a:ea typeface="ＭＳ Ｐゴシック" pitchFamily="34" charset="-128"/>
                        </a:rPr>
                        <a:t>AT </a:t>
                      </a:r>
                      <a:r>
                        <a:rPr kumimoji="0" lang="fr-FR" sz="1200" b="0" i="0" u="none" strike="noStrike" cap="none" normalizeH="0" baseline="0" dirty="0" err="1">
                          <a:ln>
                            <a:noFill/>
                          </a:ln>
                          <a:solidFill>
                            <a:schemeClr val="tx1">
                              <a:lumMod val="95000"/>
                              <a:lumOff val="5000"/>
                            </a:schemeClr>
                          </a:solidFill>
                          <a:effectLst/>
                          <a:latin typeface="Arial" charset="0"/>
                          <a:ea typeface="ＭＳ Ｐゴシック" pitchFamily="34" charset="-128"/>
                        </a:rPr>
                        <a:t>commands</a:t>
                      </a:r>
                      <a:endParaRPr kumimoji="0" lang="en-US" sz="1200" b="0" i="0" u="none" strike="noStrike" cap="none" normalizeH="0" baseline="0" dirty="0">
                        <a:ln>
                          <a:noFill/>
                        </a:ln>
                        <a:solidFill>
                          <a:schemeClr val="tx1">
                            <a:lumMod val="95000"/>
                            <a:lumOff val="5000"/>
                          </a:schemeClr>
                        </a:solidFill>
                        <a:effectLst/>
                        <a:latin typeface="Arial" charset="0"/>
                        <a:ea typeface="ＭＳ Ｐゴシック" pitchFamily="34" charset="-128"/>
                      </a:endParaRPr>
                    </a:p>
                  </a:txBody>
                  <a:tcPr marT="45710" marB="45710" horzOverflow="overflow">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200" b="0" i="0" u="none" strike="noStrike" cap="none" normalizeH="0" baseline="0" dirty="0">
                          <a:ln>
                            <a:noFill/>
                          </a:ln>
                          <a:solidFill>
                            <a:schemeClr val="tx1"/>
                          </a:solidFill>
                          <a:effectLst/>
                          <a:latin typeface="Arial" charset="0"/>
                          <a:ea typeface="ＭＳ Ｐゴシック" pitchFamily="34" charset="-128"/>
                        </a:rPr>
                        <a:t>As per FH#</a:t>
                      </a:r>
                      <a:r>
                        <a:rPr kumimoji="0" lang="en-US" sz="1200" b="0" i="0" u="none" strike="noStrike" kern="1200" cap="none" normalizeH="0" baseline="0" dirty="0">
                          <a:ln>
                            <a:noFill/>
                          </a:ln>
                          <a:solidFill>
                            <a:schemeClr val="tx1"/>
                          </a:solidFill>
                          <a:effectLst/>
                          <a:latin typeface="Arial" charset="0"/>
                          <a:ea typeface="ＭＳ Ｐゴシック" pitchFamily="34" charset="-128"/>
                          <a:cs typeface="+mn-cs"/>
                        </a:rPr>
                        <a:t>41111103</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000" b="0" i="0" u="none" strike="noStrike" cap="none" normalizeH="0" baseline="0" dirty="0">
                          <a:ln>
                            <a:noFill/>
                          </a:ln>
                          <a:solidFill>
                            <a:schemeClr val="tx1">
                              <a:lumMod val="95000"/>
                              <a:lumOff val="5000"/>
                            </a:schemeClr>
                          </a:solidFill>
                          <a:effectLst/>
                          <a:latin typeface="Arial" charset="0"/>
                          <a:ea typeface="ＭＳ Ｐゴシック" pitchFamily="34" charset="-128"/>
                        </a:rPr>
                        <a:t>(WIMEI, CMUX, NVBACKUP,TX/RXPOWER, KSLEEP, CLAC, CPOF, KSREP, </a:t>
                      </a:r>
                      <a:r>
                        <a:rPr kumimoji="0" lang="fr-FR" sz="1000" b="0" i="0" u="none" strike="noStrike" cap="none" normalizeH="0" baseline="0" dirty="0" err="1">
                          <a:ln>
                            <a:noFill/>
                          </a:ln>
                          <a:solidFill>
                            <a:schemeClr val="tx1">
                              <a:lumMod val="95000"/>
                              <a:lumOff val="5000"/>
                            </a:schemeClr>
                          </a:solidFill>
                          <a:effectLst/>
                          <a:latin typeface="Arial" charset="0"/>
                          <a:ea typeface="ＭＳ Ｐゴシック" pitchFamily="34" charset="-128"/>
                        </a:rPr>
                        <a:t>Fast</a:t>
                      </a:r>
                      <a:r>
                        <a:rPr kumimoji="0" lang="fr-FR" sz="1000" b="0" i="0" u="none" strike="noStrike" cap="none" normalizeH="0" baseline="0" dirty="0">
                          <a:ln>
                            <a:noFill/>
                          </a:ln>
                          <a:solidFill>
                            <a:schemeClr val="tx1">
                              <a:lumMod val="95000"/>
                              <a:lumOff val="5000"/>
                            </a:schemeClr>
                          </a:solidFill>
                          <a:effectLst/>
                          <a:latin typeface="Arial" charset="0"/>
                          <a:ea typeface="ＭＳ Ｐゴシック" pitchFamily="34" charset="-128"/>
                        </a:rPr>
                        <a:t> </a:t>
                      </a:r>
                      <a:r>
                        <a:rPr kumimoji="0" lang="fr-FR" sz="1000" b="0" i="0" u="none" strike="noStrike" cap="none" normalizeH="0" baseline="0" dirty="0" err="1">
                          <a:ln>
                            <a:noFill/>
                          </a:ln>
                          <a:solidFill>
                            <a:schemeClr val="tx1">
                              <a:lumMod val="95000"/>
                              <a:lumOff val="5000"/>
                            </a:schemeClr>
                          </a:solidFill>
                          <a:effectLst/>
                          <a:latin typeface="Arial" charset="0"/>
                          <a:ea typeface="ＭＳ Ｐゴシック" pitchFamily="34" charset="-128"/>
                        </a:rPr>
                        <a:t>Shutdown</a:t>
                      </a:r>
                      <a:r>
                        <a:rPr kumimoji="0" lang="fr-FR" sz="1000" b="0" i="0" u="none" strike="noStrike" cap="none" normalizeH="0" baseline="0" dirty="0">
                          <a:ln>
                            <a:noFill/>
                          </a:ln>
                          <a:solidFill>
                            <a:schemeClr val="tx1">
                              <a:lumMod val="95000"/>
                              <a:lumOff val="5000"/>
                            </a:schemeClr>
                          </a:solidFill>
                          <a:effectLst/>
                          <a:latin typeface="Arial" charset="0"/>
                          <a:ea typeface="ＭＳ Ｐゴシック" pitchFamily="34" charset="-128"/>
                        </a:rPr>
                        <a:t>, KBND,KCELL, GPIO, ADC, CALA, KSRAT, ..)</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050" b="0" i="0" u="none" strike="noStrike" kern="1200" cap="none" normalizeH="0" baseline="0" dirty="0">
                          <a:ln>
                            <a:noFill/>
                          </a:ln>
                          <a:solidFill>
                            <a:schemeClr val="bg1">
                              <a:lumMod val="65000"/>
                            </a:schemeClr>
                          </a:solidFill>
                          <a:effectLst/>
                          <a:latin typeface="Arial" charset="0"/>
                          <a:ea typeface="ＭＳ Ｐゴシック" pitchFamily="34" charset="-128"/>
                          <a:cs typeface="+mn-cs"/>
                        </a:rPr>
                        <a:t>As per FH#</a:t>
                      </a:r>
                      <a:r>
                        <a:rPr kumimoji="0" lang="en-US" sz="1050" b="0" i="0" u="none" strike="noStrike" kern="1200" cap="none" normalizeH="0" baseline="0" dirty="0">
                          <a:ln>
                            <a:noFill/>
                          </a:ln>
                          <a:solidFill>
                            <a:schemeClr val="bg1">
                              <a:lumMod val="65000"/>
                            </a:schemeClr>
                          </a:solidFill>
                          <a:effectLst/>
                          <a:latin typeface="Arial" charset="0"/>
                          <a:ea typeface="ＭＳ Ｐゴシック" pitchFamily="34" charset="-128"/>
                          <a:cs typeface="+mn-cs"/>
                        </a:rPr>
                        <a:t>41111103</a:t>
                      </a:r>
                    </a:p>
                  </a:txBody>
                  <a:tcPr marT="45710" marB="45710"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050" b="0" i="0" u="none" strike="noStrike" kern="1200" cap="none" normalizeH="0" baseline="0" dirty="0">
                        <a:ln>
                          <a:noFill/>
                        </a:ln>
                        <a:solidFill>
                          <a:schemeClr val="bg1">
                            <a:lumMod val="65000"/>
                          </a:schemeClr>
                        </a:solidFill>
                        <a:effectLst/>
                        <a:latin typeface="Arial" charset="0"/>
                        <a:ea typeface="ＭＳ Ｐゴシック" pitchFamily="34" charset="-128"/>
                        <a:cs typeface="+mn-cs"/>
                      </a:endParaRPr>
                    </a:p>
                  </a:txBody>
                  <a:tcPr marT="45710" marB="45710" horzOverflow="overflow">
                    <a:lnL w="12700" cap="flat" cmpd="sng" algn="ctr">
                      <a:no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050" b="0" i="0" u="none" strike="noStrike" cap="none" normalizeH="0" baseline="0" dirty="0">
                          <a:ln>
                            <a:noFill/>
                          </a:ln>
                          <a:solidFill>
                            <a:schemeClr val="bg1">
                              <a:lumMod val="75000"/>
                            </a:schemeClr>
                          </a:solidFill>
                          <a:effectLst/>
                          <a:latin typeface="Arial" charset="0"/>
                          <a:ea typeface="ＭＳ Ｐゴシック" pitchFamily="34" charset="-128"/>
                        </a:rPr>
                        <a:t>As per FH#</a:t>
                      </a:r>
                      <a:r>
                        <a:rPr kumimoji="0" lang="en-US" sz="1050" b="0" i="0" u="none" strike="noStrike" kern="1200" cap="none" normalizeH="0" baseline="0" dirty="0">
                          <a:ln>
                            <a:noFill/>
                          </a:ln>
                          <a:solidFill>
                            <a:schemeClr val="bg1">
                              <a:lumMod val="75000"/>
                            </a:schemeClr>
                          </a:solidFill>
                          <a:effectLst/>
                          <a:latin typeface="Arial" charset="0"/>
                          <a:ea typeface="ＭＳ Ｐゴシック" pitchFamily="34" charset="-128"/>
                          <a:cs typeface="+mn-cs"/>
                        </a:rPr>
                        <a:t>41111103</a:t>
                      </a:r>
                    </a:p>
                  </a:txBody>
                  <a:tcPr marT="45710" marB="45710" horzOverflow="overflow"/>
                </a:tc>
                <a:extLst>
                  <a:ext uri="{0D108BD9-81ED-4DB2-BD59-A6C34878D82A}">
                    <a16:rowId xmlns:a16="http://schemas.microsoft.com/office/drawing/2014/main" val="10007"/>
                  </a:ext>
                </a:extLst>
              </a:tr>
              <a:tr h="30832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200" b="0" i="0" u="none" strike="noStrike" cap="none" normalizeH="0" baseline="0" dirty="0" err="1">
                          <a:ln>
                            <a:noFill/>
                          </a:ln>
                          <a:solidFill>
                            <a:schemeClr val="tx1">
                              <a:lumMod val="95000"/>
                              <a:lumOff val="5000"/>
                            </a:schemeClr>
                          </a:solidFill>
                          <a:effectLst/>
                          <a:latin typeface="Arial" charset="0"/>
                          <a:ea typeface="ＭＳ Ｐゴシック" pitchFamily="34" charset="-128"/>
                        </a:rPr>
                        <a:t>Regulatories</a:t>
                      </a:r>
                      <a:r>
                        <a:rPr kumimoji="0" lang="fr-FR" sz="1200" b="0" i="0" u="none" strike="noStrike" cap="none" normalizeH="0" baseline="0" dirty="0">
                          <a:ln>
                            <a:noFill/>
                          </a:ln>
                          <a:solidFill>
                            <a:schemeClr val="tx1">
                              <a:lumMod val="95000"/>
                              <a:lumOff val="5000"/>
                            </a:schemeClr>
                          </a:solidFill>
                          <a:effectLst/>
                          <a:latin typeface="Arial" charset="0"/>
                          <a:ea typeface="ＭＳ Ｐゴシック" pitchFamily="34" charset="-128"/>
                        </a:rPr>
                        <a:t> &amp; </a:t>
                      </a:r>
                      <a:r>
                        <a:rPr kumimoji="0" lang="fr-FR" sz="1200" b="0" i="0" u="none" strike="noStrike" cap="none" normalizeH="0" baseline="0" dirty="0" err="1">
                          <a:ln>
                            <a:noFill/>
                          </a:ln>
                          <a:solidFill>
                            <a:schemeClr val="tx1">
                              <a:lumMod val="95000"/>
                              <a:lumOff val="5000"/>
                            </a:schemeClr>
                          </a:solidFill>
                          <a:effectLst/>
                          <a:latin typeface="Arial" charset="0"/>
                          <a:ea typeface="ＭＳ Ｐゴシック" pitchFamily="34" charset="-128"/>
                        </a:rPr>
                        <a:t>industry</a:t>
                      </a:r>
                      <a:endParaRPr kumimoji="0" lang="en-US" sz="1200" b="0" i="0" u="none" strike="noStrike" cap="none" normalizeH="0" baseline="0" dirty="0">
                        <a:ln>
                          <a:noFill/>
                        </a:ln>
                        <a:solidFill>
                          <a:schemeClr val="tx1">
                            <a:lumMod val="95000"/>
                            <a:lumOff val="5000"/>
                          </a:schemeClr>
                        </a:solidFill>
                        <a:effectLst/>
                        <a:latin typeface="Arial" charset="0"/>
                        <a:ea typeface="ＭＳ Ｐゴシック" pitchFamily="34" charset="-128"/>
                      </a:endParaRPr>
                    </a:p>
                  </a:txBody>
                  <a:tcPr marT="45710" marB="45710" horzOverflow="overflow">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sz="1200" b="0" i="0" u="none" strike="noStrike" cap="none" normalizeH="0" baseline="0" dirty="0">
                          <a:ln>
                            <a:noFill/>
                          </a:ln>
                          <a:solidFill>
                            <a:schemeClr val="tx1">
                              <a:lumMod val="95000"/>
                              <a:lumOff val="5000"/>
                            </a:schemeClr>
                          </a:solidFill>
                          <a:effectLst/>
                          <a:latin typeface="Arial" charset="0"/>
                          <a:ea typeface="ＭＳ Ｐゴシック" pitchFamily="34" charset="-128"/>
                        </a:rPr>
                        <a:t>FCC, IC, CE, JRF/JPA</a:t>
                      </a:r>
                      <a:r>
                        <a:rPr kumimoji="0" lang="en-US" sz="1200" b="0" i="0" u="none" strike="noStrike" cap="none" normalizeH="0" baseline="0" dirty="0">
                          <a:ln>
                            <a:noFill/>
                          </a:ln>
                          <a:solidFill>
                            <a:schemeClr val="tx1">
                              <a:lumMod val="95000"/>
                              <a:lumOff val="5000"/>
                            </a:schemeClr>
                          </a:solidFill>
                          <a:effectLst/>
                          <a:latin typeface="Arial" charset="0"/>
                          <a:ea typeface="ＭＳ Ｐゴシック" pitchFamily="34" charset="-128"/>
                        </a:rPr>
                        <a:t>, RCM</a:t>
                      </a:r>
                    </a:p>
                    <a:p>
                      <a:pPr marL="0" marR="0" lvl="0" indent="0" algn="ctr" defTabSz="914400" rtl="0" eaLnBrk="1" fontAlgn="base" latinLnBrk="0" hangingPunct="1">
                        <a:lnSpc>
                          <a:spcPct val="100000"/>
                        </a:lnSpc>
                        <a:spcBef>
                          <a:spcPct val="0"/>
                        </a:spcBef>
                        <a:spcAft>
                          <a:spcPct val="0"/>
                        </a:spcAft>
                        <a:buClrTx/>
                        <a:buSzTx/>
                        <a:buFontTx/>
                        <a:buNone/>
                        <a:tabLst/>
                      </a:pPr>
                      <a:r>
                        <a:rPr kumimoji="0" lang="fr-FR" sz="1200" b="0" i="0" u="none" strike="noStrike" cap="none" normalizeH="0" baseline="0" dirty="0">
                          <a:ln>
                            <a:noFill/>
                          </a:ln>
                          <a:solidFill>
                            <a:schemeClr val="tx1">
                              <a:lumMod val="95000"/>
                              <a:lumOff val="5000"/>
                            </a:schemeClr>
                          </a:solidFill>
                          <a:effectLst/>
                          <a:latin typeface="Arial" charset="0"/>
                          <a:ea typeface="ＭＳ Ｐゴシック" pitchFamily="34" charset="-128"/>
                        </a:rPr>
                        <a:t>PTCRB/GCF</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cap="none" normalizeH="0" baseline="0" dirty="0">
                        <a:ln>
                          <a:noFill/>
                        </a:ln>
                        <a:solidFill>
                          <a:schemeClr val="bg1">
                            <a:lumMod val="65000"/>
                          </a:schemeClr>
                        </a:solidFill>
                        <a:effectLst/>
                        <a:latin typeface="Arial" charset="0"/>
                        <a:ea typeface="ＭＳ Ｐゴシック" pitchFamily="34" charset="-128"/>
                      </a:endParaRPr>
                    </a:p>
                  </a:txBody>
                  <a:tcPr marT="45710" marB="45710"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tc>
                  <a:txBody>
                    <a:bodyPr/>
                    <a:lstStyle/>
                    <a:p>
                      <a:endParaRPr lang="en-US" sz="2400" dirty="0"/>
                    </a:p>
                  </a:txBody>
                  <a:tcPr marT="45710" marB="45710" horzOverflow="overflow">
                    <a:lnL w="12700" cap="flat" cmpd="sng" algn="ctr">
                      <a:noFill/>
                      <a:prstDash val="solid"/>
                      <a:round/>
                      <a:headEnd type="none" w="med" len="med"/>
                      <a:tailEnd type="none" w="med" len="med"/>
                    </a:lnL>
                  </a:tcPr>
                </a:tc>
                <a:tc>
                  <a:txBody>
                    <a:bodyPr/>
                    <a:lstStyle/>
                    <a:p>
                      <a:endParaRPr lang="en-US" sz="2400" dirty="0"/>
                    </a:p>
                  </a:txBody>
                  <a:tcPr marT="45710" marB="45710" horzOverflow="overflow"/>
                </a:tc>
                <a:extLst>
                  <a:ext uri="{0D108BD9-81ED-4DB2-BD59-A6C34878D82A}">
                    <a16:rowId xmlns:a16="http://schemas.microsoft.com/office/drawing/2014/main" val="10008"/>
                  </a:ext>
                </a:extLst>
              </a:tr>
              <a:tr h="30832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200" b="0" i="0" u="none" strike="noStrike" cap="none" normalizeH="0" baseline="0" dirty="0">
                          <a:ln>
                            <a:noFill/>
                          </a:ln>
                          <a:solidFill>
                            <a:schemeClr val="tx1">
                              <a:lumMod val="95000"/>
                              <a:lumOff val="5000"/>
                            </a:schemeClr>
                          </a:solidFill>
                          <a:effectLst/>
                          <a:latin typeface="Arial" charset="0"/>
                          <a:ea typeface="ＭＳ Ｐゴシック" pitchFamily="34" charset="-128"/>
                        </a:rPr>
                        <a:t>Carrier </a:t>
                      </a:r>
                      <a:r>
                        <a:rPr kumimoji="0" lang="fr-FR" sz="1200" b="0" i="0" u="none" strike="noStrike" cap="none" normalizeH="0" baseline="0" dirty="0" err="1">
                          <a:ln>
                            <a:noFill/>
                          </a:ln>
                          <a:solidFill>
                            <a:schemeClr val="tx1">
                              <a:lumMod val="95000"/>
                              <a:lumOff val="5000"/>
                            </a:schemeClr>
                          </a:solidFill>
                          <a:effectLst/>
                          <a:latin typeface="Arial" charset="0"/>
                          <a:ea typeface="ＭＳ Ｐゴシック" pitchFamily="34" charset="-128"/>
                        </a:rPr>
                        <a:t>approval</a:t>
                      </a:r>
                      <a:endParaRPr kumimoji="0" lang="en-US" sz="1200" b="0" i="0" u="none" strike="noStrike" cap="none" normalizeH="0" baseline="0" dirty="0">
                        <a:ln>
                          <a:noFill/>
                        </a:ln>
                        <a:solidFill>
                          <a:schemeClr val="tx1">
                            <a:lumMod val="95000"/>
                            <a:lumOff val="5000"/>
                          </a:schemeClr>
                        </a:solidFill>
                        <a:effectLst/>
                        <a:latin typeface="Arial" charset="0"/>
                        <a:ea typeface="ＭＳ Ｐゴシック" pitchFamily="34" charset="-128"/>
                      </a:endParaRPr>
                    </a:p>
                  </a:txBody>
                  <a:tcPr marT="45710" marB="45710" horzOverflow="overflow">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200" b="0" i="0" u="none" strike="noStrike" cap="none" normalizeH="0" baseline="0" dirty="0" err="1">
                          <a:ln>
                            <a:noFill/>
                          </a:ln>
                          <a:solidFill>
                            <a:schemeClr val="tx1">
                              <a:lumMod val="95000"/>
                              <a:lumOff val="5000"/>
                            </a:schemeClr>
                          </a:solidFill>
                          <a:effectLst/>
                          <a:latin typeface="Arial" charset="0"/>
                          <a:ea typeface="ＭＳ Ｐゴシック" pitchFamily="34" charset="-128"/>
                        </a:rPr>
                        <a:t>Verizon</a:t>
                      </a:r>
                      <a:r>
                        <a:rPr kumimoji="0" lang="fr-FR" sz="1200" b="0" i="0" u="none" strike="noStrike" cap="none" normalizeH="0" baseline="0" dirty="0">
                          <a:ln>
                            <a:noFill/>
                          </a:ln>
                          <a:solidFill>
                            <a:schemeClr val="tx1">
                              <a:lumMod val="95000"/>
                              <a:lumOff val="5000"/>
                            </a:schemeClr>
                          </a:solidFill>
                          <a:effectLst/>
                          <a:latin typeface="Arial" charset="0"/>
                          <a:ea typeface="ＭＳ Ｐゴシック" pitchFamily="34" charset="-128"/>
                        </a:rPr>
                        <a:t>, AT&amp;T</a:t>
                      </a:r>
                    </a:p>
                    <a:p>
                      <a:pPr marL="0" marR="0" lvl="0" indent="0" algn="ctr" defTabSz="914400" rtl="0" eaLnBrk="1" fontAlgn="base" latinLnBrk="0" hangingPunct="1">
                        <a:lnSpc>
                          <a:spcPct val="100000"/>
                        </a:lnSpc>
                        <a:spcBef>
                          <a:spcPct val="0"/>
                        </a:spcBef>
                        <a:spcAft>
                          <a:spcPct val="0"/>
                        </a:spcAft>
                        <a:buClrTx/>
                        <a:buSzTx/>
                        <a:buFontTx/>
                        <a:buNone/>
                        <a:tabLst/>
                      </a:pPr>
                      <a:r>
                        <a:rPr kumimoji="0" lang="fr-FR" sz="1200" b="0" i="0" u="none" strike="noStrike" cap="none" normalizeH="0" baseline="0" dirty="0" err="1">
                          <a:ln>
                            <a:noFill/>
                          </a:ln>
                          <a:solidFill>
                            <a:schemeClr val="tx1">
                              <a:lumMod val="95000"/>
                              <a:lumOff val="5000"/>
                            </a:schemeClr>
                          </a:solidFill>
                          <a:effectLst/>
                          <a:latin typeface="Arial" charset="0"/>
                          <a:ea typeface="ＭＳ Ｐゴシック" pitchFamily="34" charset="-128"/>
                        </a:rPr>
                        <a:t>Telstra</a:t>
                      </a:r>
                      <a:r>
                        <a:rPr kumimoji="0" lang="fr-FR" sz="1200" b="0" i="0" u="none" strike="noStrike" cap="none" normalizeH="0" baseline="0" dirty="0">
                          <a:ln>
                            <a:noFill/>
                          </a:ln>
                          <a:solidFill>
                            <a:schemeClr val="tx1">
                              <a:lumMod val="95000"/>
                              <a:lumOff val="5000"/>
                            </a:schemeClr>
                          </a:solidFill>
                          <a:effectLst/>
                          <a:latin typeface="Arial" charset="0"/>
                          <a:ea typeface="ＭＳ Ｐゴシック" pitchFamily="34" charset="-128"/>
                        </a:rPr>
                        <a:t>, T-Mobile, Rogers, Vodafone</a:t>
                      </a:r>
                      <a:endParaRPr kumimoji="0" lang="en-US" sz="1200" b="0" i="0" u="none" strike="noStrike" cap="none" normalizeH="0" baseline="0" dirty="0">
                        <a:ln>
                          <a:noFill/>
                        </a:ln>
                        <a:solidFill>
                          <a:schemeClr val="tx1">
                            <a:lumMod val="95000"/>
                            <a:lumOff val="5000"/>
                          </a:schemeClr>
                        </a:solidFill>
                        <a:effectLst/>
                        <a:latin typeface="Arial" charset="0"/>
                        <a:ea typeface="ＭＳ Ｐゴシック" pitchFamily="34" charset="-128"/>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sz="1200" b="0" i="0" u="none" strike="noStrike" cap="none" normalizeH="0" baseline="0" dirty="0">
                          <a:ln>
                            <a:noFill/>
                          </a:ln>
                          <a:solidFill>
                            <a:schemeClr val="bg1">
                              <a:lumMod val="65000"/>
                            </a:schemeClr>
                          </a:solidFill>
                          <a:effectLst/>
                          <a:latin typeface="Arial" charset="0"/>
                          <a:ea typeface="ＭＳ Ｐゴシック" pitchFamily="34" charset="-128"/>
                        </a:rPr>
                        <a:t>TBD</a:t>
                      </a:r>
                      <a:endParaRPr kumimoji="0" lang="en-US" sz="1200" b="0" i="0" u="none" strike="noStrike" cap="none" normalizeH="0" baseline="0" dirty="0">
                        <a:ln>
                          <a:noFill/>
                        </a:ln>
                        <a:solidFill>
                          <a:schemeClr val="bg1">
                            <a:lumMod val="65000"/>
                          </a:schemeClr>
                        </a:solidFill>
                        <a:effectLst/>
                        <a:latin typeface="Arial" charset="0"/>
                        <a:ea typeface="ＭＳ Ｐゴシック" pitchFamily="34" charset="-128"/>
                      </a:endParaRPr>
                    </a:p>
                  </a:txBody>
                  <a:tcPr marT="45710" marB="45710"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r>
                        <a:rPr kumimoji="0" lang="fr-FR" sz="1200" b="0" i="0" u="none" strike="noStrike" kern="1200" cap="none" normalizeH="0" baseline="0" dirty="0">
                          <a:ln>
                            <a:noFill/>
                          </a:ln>
                          <a:solidFill>
                            <a:schemeClr val="bg1">
                              <a:lumMod val="65000"/>
                            </a:schemeClr>
                          </a:solidFill>
                          <a:effectLst/>
                          <a:latin typeface="Arial" charset="0"/>
                          <a:ea typeface="ＭＳ Ｐゴシック" pitchFamily="34" charset="-128"/>
                          <a:cs typeface="+mn-cs"/>
                        </a:rPr>
                        <a:t>TBD</a:t>
                      </a:r>
                      <a:endParaRPr kumimoji="0" lang="en-US" sz="1200" b="0" i="0" u="none" strike="noStrike" kern="1200" cap="none" normalizeH="0" baseline="0" dirty="0">
                        <a:ln>
                          <a:noFill/>
                        </a:ln>
                        <a:solidFill>
                          <a:schemeClr val="bg1">
                            <a:lumMod val="65000"/>
                          </a:schemeClr>
                        </a:solidFill>
                        <a:effectLst/>
                        <a:latin typeface="Arial" charset="0"/>
                        <a:ea typeface="ＭＳ Ｐゴシック" pitchFamily="34" charset="-128"/>
                        <a:cs typeface="+mn-cs"/>
                      </a:endParaRPr>
                    </a:p>
                  </a:txBody>
                  <a:tcPr marT="45710" marB="45710" horzOverflow="overflow">
                    <a:lnL w="12700" cap="flat" cmpd="sng" algn="ctr">
                      <a:noFill/>
                      <a:prstDash val="solid"/>
                      <a:round/>
                      <a:headEnd type="none" w="med" len="med"/>
                      <a:tailEnd type="none" w="med" len="med"/>
                    </a:lnL>
                  </a:tcPr>
                </a:tc>
                <a:tc>
                  <a:txBody>
                    <a:bodyPr/>
                    <a:lstStyle/>
                    <a:p>
                      <a:pPr algn="ctr"/>
                      <a:r>
                        <a:rPr kumimoji="0" lang="fr-FR" sz="1200" b="0" i="0" u="none" strike="noStrike" kern="1200" cap="none" normalizeH="0" baseline="0" dirty="0">
                          <a:ln>
                            <a:noFill/>
                          </a:ln>
                          <a:solidFill>
                            <a:schemeClr val="bg1">
                              <a:lumMod val="65000"/>
                            </a:schemeClr>
                          </a:solidFill>
                          <a:effectLst/>
                          <a:latin typeface="Arial" charset="0"/>
                          <a:ea typeface="ＭＳ Ｐゴシック" pitchFamily="34" charset="-128"/>
                          <a:cs typeface="+mn-cs"/>
                        </a:rPr>
                        <a:t>TBD</a:t>
                      </a:r>
                      <a:endParaRPr kumimoji="0" lang="en-US" sz="1200" b="0" i="0" u="none" strike="noStrike" kern="1200" cap="none" normalizeH="0" baseline="0" dirty="0">
                        <a:ln>
                          <a:noFill/>
                        </a:ln>
                        <a:solidFill>
                          <a:schemeClr val="bg1">
                            <a:lumMod val="65000"/>
                          </a:schemeClr>
                        </a:solidFill>
                        <a:effectLst/>
                        <a:latin typeface="Arial" charset="0"/>
                        <a:ea typeface="ＭＳ Ｐゴシック" pitchFamily="34" charset="-128"/>
                        <a:cs typeface="+mn-cs"/>
                      </a:endParaRPr>
                    </a:p>
                  </a:txBody>
                  <a:tcPr marT="45710" marB="45710" horzOverflow="overflow"/>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3095696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noProof="0" dirty="0"/>
              <a:t>Scope – MRD v2.05 open items </a:t>
            </a:r>
            <a:r>
              <a:rPr lang="en-US" dirty="0"/>
              <a:t>(key items</a:t>
            </a:r>
            <a:r>
              <a:rPr lang="en-US" noProof="0" dirty="0"/>
              <a:t>)</a:t>
            </a:r>
          </a:p>
        </p:txBody>
      </p:sp>
      <p:sp>
        <p:nvSpPr>
          <p:cNvPr id="80" name="Text Placeholder 7"/>
          <p:cNvSpPr>
            <a:spLocks noGrp="1"/>
          </p:cNvSpPr>
          <p:nvPr>
            <p:ph sz="quarter" idx="12"/>
          </p:nvPr>
        </p:nvSpPr>
        <p:spPr/>
        <p:txBody>
          <a:bodyPr>
            <a:normAutofit/>
          </a:bodyPr>
          <a:lstStyle/>
          <a:p>
            <a:endParaRPr lang="fr-FR" dirty="0"/>
          </a:p>
          <a:p>
            <a:endParaRPr lang="fr-FR" dirty="0"/>
          </a:p>
          <a:p>
            <a:endParaRPr lang="fr-FR" dirty="0"/>
          </a:p>
          <a:p>
            <a:pPr lvl="1"/>
            <a:endParaRPr lang="fr-FR" dirty="0"/>
          </a:p>
          <a:p>
            <a:pPr lvl="1"/>
            <a:endParaRPr lang="fr-FR" i="1" noProof="0" dirty="0">
              <a:solidFill>
                <a:srgbClr val="0070C0"/>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3850731761"/>
              </p:ext>
            </p:extLst>
          </p:nvPr>
        </p:nvGraphicFramePr>
        <p:xfrm>
          <a:off x="344321" y="1250446"/>
          <a:ext cx="8580438" cy="3901440"/>
        </p:xfrm>
        <a:graphic>
          <a:graphicData uri="http://schemas.openxmlformats.org/drawingml/2006/table">
            <a:tbl>
              <a:tblPr firstRow="1" bandRow="1">
                <a:tableStyleId>{5C22544A-7EE6-4342-B048-85BDC9FD1C3A}</a:tableStyleId>
              </a:tblPr>
              <a:tblGrid>
                <a:gridCol w="1156934">
                  <a:extLst>
                    <a:ext uri="{9D8B030D-6E8A-4147-A177-3AD203B41FA5}">
                      <a16:colId xmlns:a16="http://schemas.microsoft.com/office/drawing/2014/main" val="20000"/>
                    </a:ext>
                  </a:extLst>
                </a:gridCol>
                <a:gridCol w="3675762">
                  <a:extLst>
                    <a:ext uri="{9D8B030D-6E8A-4147-A177-3AD203B41FA5}">
                      <a16:colId xmlns:a16="http://schemas.microsoft.com/office/drawing/2014/main" val="20001"/>
                    </a:ext>
                  </a:extLst>
                </a:gridCol>
                <a:gridCol w="3747742">
                  <a:extLst>
                    <a:ext uri="{9D8B030D-6E8A-4147-A177-3AD203B41FA5}">
                      <a16:colId xmlns:a16="http://schemas.microsoft.com/office/drawing/2014/main" val="20002"/>
                    </a:ext>
                  </a:extLst>
                </a:gridCol>
              </a:tblGrid>
              <a:tr h="259120">
                <a:tc>
                  <a:txBody>
                    <a:bodyPr/>
                    <a:lstStyle/>
                    <a:p>
                      <a:r>
                        <a:rPr lang="fr-FR" dirty="0" err="1"/>
                        <a:t>Req</a:t>
                      </a:r>
                      <a:r>
                        <a:rPr lang="fr-FR" dirty="0"/>
                        <a:t> ID</a:t>
                      </a:r>
                      <a:endParaRPr lang="en-US" dirty="0"/>
                    </a:p>
                  </a:txBody>
                  <a:tcPr/>
                </a:tc>
                <a:tc>
                  <a:txBody>
                    <a:bodyPr/>
                    <a:lstStyle/>
                    <a:p>
                      <a:r>
                        <a:rPr lang="fr-FR" dirty="0" err="1"/>
                        <a:t>Requirement</a:t>
                      </a:r>
                      <a:endParaRPr lang="en-US" dirty="0"/>
                    </a:p>
                  </a:txBody>
                  <a:tcPr/>
                </a:tc>
                <a:tc>
                  <a:txBody>
                    <a:bodyPr/>
                    <a:lstStyle/>
                    <a:p>
                      <a:r>
                        <a:rPr lang="fr-FR" dirty="0" err="1"/>
                        <a:t>Status</a:t>
                      </a:r>
                      <a:endParaRPr lang="en-US" dirty="0"/>
                    </a:p>
                  </a:txBody>
                  <a:tcPr/>
                </a:tc>
                <a:extLst>
                  <a:ext uri="{0D108BD9-81ED-4DB2-BD59-A6C34878D82A}">
                    <a16:rowId xmlns:a16="http://schemas.microsoft.com/office/drawing/2014/main" val="10000"/>
                  </a:ext>
                </a:extLst>
              </a:tr>
              <a:tr h="990516">
                <a:tc>
                  <a:txBody>
                    <a:bodyPr/>
                    <a:lstStyle/>
                    <a:p>
                      <a:r>
                        <a:rPr lang="fr-FR" sz="1600" dirty="0"/>
                        <a:t>01.24/</a:t>
                      </a:r>
                    </a:p>
                    <a:p>
                      <a:r>
                        <a:rPr lang="fr-FR" sz="1600" dirty="0"/>
                        <a:t>25/26</a:t>
                      </a:r>
                      <a:endParaRPr lang="en-US" sz="1600" dirty="0"/>
                    </a:p>
                  </a:txBody>
                  <a:tcPr/>
                </a:tc>
                <a:tc>
                  <a:txBody>
                    <a:bodyPr/>
                    <a:lstStyle/>
                    <a:p>
                      <a:r>
                        <a:rPr lang="fr-FR" sz="1600" dirty="0" err="1"/>
                        <a:t>Automatic</a:t>
                      </a:r>
                      <a:r>
                        <a:rPr lang="fr-FR" sz="1600" baseline="0" dirty="0"/>
                        <a:t> Cat-M1/NB1</a:t>
                      </a:r>
                      <a:r>
                        <a:rPr lang="fr-FR" sz="1600" dirty="0"/>
                        <a:t> </a:t>
                      </a:r>
                      <a:r>
                        <a:rPr lang="fr-FR" sz="1600" dirty="0" err="1"/>
                        <a:t>switching</a:t>
                      </a:r>
                      <a:r>
                        <a:rPr lang="fr-FR" sz="1600" baseline="0" dirty="0"/>
                        <a:t> </a:t>
                      </a:r>
                      <a:r>
                        <a:rPr lang="fr-FR" sz="1600" baseline="0" dirty="0" err="1"/>
                        <a:t>without</a:t>
                      </a:r>
                      <a:r>
                        <a:rPr lang="fr-FR" sz="1600" baseline="0" dirty="0"/>
                        <a:t> reset/reboot (+KSRAT), </a:t>
                      </a:r>
                      <a:r>
                        <a:rPr lang="fr-FR" sz="1600" baseline="0" dirty="0" err="1"/>
                        <a:t>search</a:t>
                      </a:r>
                      <a:r>
                        <a:rPr lang="fr-FR" sz="1600" baseline="0" dirty="0"/>
                        <a:t> &amp; </a:t>
                      </a:r>
                      <a:r>
                        <a:rPr lang="fr-FR" sz="1600" baseline="0" dirty="0" err="1"/>
                        <a:t>selection</a:t>
                      </a:r>
                      <a:r>
                        <a:rPr lang="fr-FR" sz="1600" baseline="0" dirty="0"/>
                        <a:t> </a:t>
                      </a:r>
                      <a:r>
                        <a:rPr lang="fr-FR" sz="1600" baseline="0" dirty="0" err="1"/>
                        <a:t>according</a:t>
                      </a:r>
                      <a:r>
                        <a:rPr lang="fr-FR" sz="1600" baseline="0" dirty="0"/>
                        <a:t> to </a:t>
                      </a:r>
                      <a:r>
                        <a:rPr lang="fr-FR" sz="1600" baseline="0" dirty="0" err="1"/>
                        <a:t>policy</a:t>
                      </a:r>
                      <a:r>
                        <a:rPr lang="fr-FR" sz="1600" baseline="0" dirty="0"/>
                        <a:t> set</a:t>
                      </a:r>
                      <a:endParaRPr 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effectLst/>
                        </a:rPr>
                        <a:t>Pure Altair feature.</a:t>
                      </a:r>
                    </a:p>
                    <a:p>
                      <a:pPr marL="0" marR="0" indent="0" algn="l" defTabSz="914400" rtl="0" eaLnBrk="1" fontAlgn="auto" latinLnBrk="0" hangingPunct="1">
                        <a:lnSpc>
                          <a:spcPct val="100000"/>
                        </a:lnSpc>
                        <a:spcBef>
                          <a:spcPts val="0"/>
                        </a:spcBef>
                        <a:spcAft>
                          <a:spcPts val="0"/>
                        </a:spcAft>
                        <a:buClrTx/>
                        <a:buSzTx/>
                        <a:buFontTx/>
                        <a:buNone/>
                        <a:tabLst/>
                        <a:defRPr/>
                      </a:pPr>
                      <a:r>
                        <a:rPr lang="fr-FR" sz="1600" dirty="0" err="1">
                          <a:effectLst/>
                        </a:rPr>
                        <a:t>Automatic</a:t>
                      </a:r>
                      <a:r>
                        <a:rPr lang="fr-FR" sz="1600" baseline="0" dirty="0">
                          <a:effectLst/>
                        </a:rPr>
                        <a:t> </a:t>
                      </a:r>
                      <a:r>
                        <a:rPr lang="fr-FR" sz="1600" dirty="0">
                          <a:effectLst/>
                        </a:rPr>
                        <a:t>RAT</a:t>
                      </a:r>
                      <a:r>
                        <a:rPr lang="fr-FR" sz="1600" baseline="0" dirty="0">
                          <a:effectLst/>
                        </a:rPr>
                        <a:t> </a:t>
                      </a:r>
                      <a:r>
                        <a:rPr lang="fr-FR" sz="1600" baseline="0" dirty="0" err="1">
                          <a:effectLst/>
                        </a:rPr>
                        <a:t>switching</a:t>
                      </a:r>
                      <a:r>
                        <a:rPr lang="fr-FR" sz="1600" baseline="0" dirty="0">
                          <a:effectLst/>
                        </a:rPr>
                        <a:t> not </a:t>
                      </a:r>
                      <a:r>
                        <a:rPr lang="fr-FR" sz="1600" baseline="0" dirty="0" err="1">
                          <a:effectLst/>
                        </a:rPr>
                        <a:t>confirmed</a:t>
                      </a:r>
                      <a:r>
                        <a:rPr lang="fr-FR" sz="1600" baseline="0" dirty="0">
                          <a:effectLst/>
                        </a:rPr>
                        <a:t> for phase 1.</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baseline="0" dirty="0">
                          <a:effectLst/>
                        </a:rPr>
                        <a:t>Altair to provide a plan for this feature.</a:t>
                      </a:r>
                      <a:endParaRPr lang="en-US" sz="1600" dirty="0"/>
                    </a:p>
                  </a:txBody>
                  <a:tcPr/>
                </a:tc>
                <a:extLst>
                  <a:ext uri="{0D108BD9-81ED-4DB2-BD59-A6C34878D82A}">
                    <a16:rowId xmlns:a16="http://schemas.microsoft.com/office/drawing/2014/main" val="10001"/>
                  </a:ext>
                </a:extLst>
              </a:tr>
              <a:tr h="370840">
                <a:tc>
                  <a:txBody>
                    <a:bodyPr/>
                    <a:lstStyle/>
                    <a:p>
                      <a:r>
                        <a:rPr lang="en-US" sz="1600" dirty="0"/>
                        <a:t>12.02</a:t>
                      </a:r>
                    </a:p>
                  </a:txBody>
                  <a:tcPr/>
                </a:tc>
                <a:tc>
                  <a:txBody>
                    <a:bodyPr/>
                    <a:lstStyle/>
                    <a:p>
                      <a:r>
                        <a:rPr lang="fr-FR" sz="1600" dirty="0"/>
                        <a:t>CBOM </a:t>
                      </a:r>
                      <a:r>
                        <a:rPr lang="fr-FR" sz="1600" dirty="0" err="1"/>
                        <a:t>lower</a:t>
                      </a:r>
                      <a:r>
                        <a:rPr lang="fr-FR" sz="1600" dirty="0"/>
                        <a:t> </a:t>
                      </a:r>
                      <a:r>
                        <a:rPr lang="fr-FR" sz="1600" dirty="0" err="1"/>
                        <a:t>than</a:t>
                      </a:r>
                      <a:r>
                        <a:rPr lang="fr-FR" sz="1600" dirty="0"/>
                        <a:t> 5$</a:t>
                      </a:r>
                      <a:endParaRPr 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dirty="0"/>
                        <a:t>FEM change</a:t>
                      </a:r>
                      <a:r>
                        <a:rPr lang="fr-FR" sz="1600" baseline="0" dirty="0"/>
                        <a:t> </a:t>
                      </a:r>
                      <a:r>
                        <a:rPr lang="fr-FR" sz="1600" baseline="0" dirty="0" err="1"/>
                        <a:t>from</a:t>
                      </a:r>
                      <a:r>
                        <a:rPr lang="fr-FR" sz="1600" baseline="0" dirty="0"/>
                        <a:t> 20dBm </a:t>
                      </a:r>
                      <a:r>
                        <a:rPr lang="fr-FR" sz="1600" baseline="0" dirty="0" err="1"/>
                        <a:t>Altair</a:t>
                      </a:r>
                      <a:r>
                        <a:rPr lang="fr-FR" sz="1600" baseline="0" dirty="0"/>
                        <a:t> to 23dBm </a:t>
                      </a:r>
                      <a:r>
                        <a:rPr lang="fr-FR" sz="1600" baseline="0" dirty="0" err="1"/>
                        <a:t>Skyworks</a:t>
                      </a:r>
                      <a:r>
                        <a:rPr lang="fr-FR" sz="1600" baseline="0" dirty="0"/>
                        <a:t> </a:t>
                      </a:r>
                      <a:r>
                        <a:rPr lang="fr-FR" sz="1600" baseline="0" dirty="0" err="1"/>
                        <a:t>is</a:t>
                      </a:r>
                      <a:r>
                        <a:rPr lang="fr-FR" sz="1600" baseline="0" dirty="0"/>
                        <a:t> </a:t>
                      </a:r>
                      <a:r>
                        <a:rPr lang="fr-FR" sz="1600" baseline="0" dirty="0" err="1"/>
                        <a:t>impacting</a:t>
                      </a:r>
                      <a:r>
                        <a:rPr lang="fr-FR" sz="1600" baseline="0" dirty="0"/>
                        <a:t> </a:t>
                      </a:r>
                      <a:r>
                        <a:rPr lang="fr-FR" sz="1600" baseline="0" dirty="0" err="1"/>
                        <a:t>cost</a:t>
                      </a:r>
                      <a:r>
                        <a:rPr lang="fr-FR" sz="1600" baseline="0" dirty="0"/>
                        <a:t> by ~50c$ (PA/GPS LNA/RF coupler)</a:t>
                      </a:r>
                    </a:p>
                  </a:txBody>
                  <a:tcPr/>
                </a:tc>
                <a:extLst>
                  <a:ext uri="{0D108BD9-81ED-4DB2-BD59-A6C34878D82A}">
                    <a16:rowId xmlns:a16="http://schemas.microsoft.com/office/drawing/2014/main" val="10002"/>
                  </a:ext>
                </a:extLst>
              </a:tr>
              <a:tr h="431552">
                <a:tc>
                  <a:txBody>
                    <a:bodyPr/>
                    <a:lstStyle/>
                    <a:p>
                      <a:r>
                        <a:rPr lang="fr-FR" sz="1600" dirty="0"/>
                        <a:t>01.43</a:t>
                      </a:r>
                      <a:endParaRPr lang="en-US" sz="1600" dirty="0"/>
                    </a:p>
                  </a:txBody>
                  <a:tcPr/>
                </a:tc>
                <a:tc>
                  <a:txBody>
                    <a:bodyPr/>
                    <a:lstStyle/>
                    <a:p>
                      <a:r>
                        <a:rPr lang="fr-FR" sz="1600" dirty="0" err="1"/>
                        <a:t>DoNAS</a:t>
                      </a:r>
                      <a:r>
                        <a:rPr lang="fr-FR" sz="1600" baseline="0" dirty="0"/>
                        <a:t> support</a:t>
                      </a:r>
                      <a:endParaRPr 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dirty="0" err="1">
                          <a:solidFill>
                            <a:schemeClr val="tx1"/>
                          </a:solidFill>
                        </a:rPr>
                        <a:t>Current</a:t>
                      </a:r>
                      <a:r>
                        <a:rPr lang="fr-FR" sz="1600" dirty="0">
                          <a:solidFill>
                            <a:schemeClr val="tx1"/>
                          </a:solidFill>
                        </a:rPr>
                        <a:t> </a:t>
                      </a:r>
                      <a:r>
                        <a:rPr lang="fr-FR" sz="1600" dirty="0" err="1">
                          <a:solidFill>
                            <a:schemeClr val="tx1"/>
                          </a:solidFill>
                        </a:rPr>
                        <a:t>Altair</a:t>
                      </a:r>
                      <a:r>
                        <a:rPr lang="fr-FR" sz="1600" dirty="0">
                          <a:solidFill>
                            <a:schemeClr val="tx1"/>
                          </a:solidFill>
                        </a:rPr>
                        <a:t> </a:t>
                      </a:r>
                      <a:r>
                        <a:rPr lang="fr-FR" sz="1600" dirty="0" err="1">
                          <a:solidFill>
                            <a:schemeClr val="tx1"/>
                          </a:solidFill>
                        </a:rPr>
                        <a:t>delivery</a:t>
                      </a:r>
                      <a:r>
                        <a:rPr lang="fr-FR" sz="1600" dirty="0">
                          <a:solidFill>
                            <a:schemeClr val="tx1"/>
                          </a:solidFill>
                        </a:rPr>
                        <a:t> </a:t>
                      </a:r>
                      <a:r>
                        <a:rPr lang="fr-FR" sz="1600" dirty="0" err="1">
                          <a:solidFill>
                            <a:schemeClr val="tx1"/>
                          </a:solidFill>
                        </a:rPr>
                        <a:t>mid</a:t>
                      </a:r>
                      <a:r>
                        <a:rPr lang="fr-FR" sz="1600" dirty="0">
                          <a:solidFill>
                            <a:schemeClr val="tx1"/>
                          </a:solidFill>
                        </a:rPr>
                        <a:t> 2018.</a:t>
                      </a:r>
                    </a:p>
                    <a:p>
                      <a:pPr marL="0" marR="0" indent="0" algn="l" defTabSz="914400" rtl="0" eaLnBrk="1" fontAlgn="auto" latinLnBrk="0" hangingPunct="1">
                        <a:lnSpc>
                          <a:spcPct val="100000"/>
                        </a:lnSpc>
                        <a:spcBef>
                          <a:spcPts val="0"/>
                        </a:spcBef>
                        <a:spcAft>
                          <a:spcPts val="0"/>
                        </a:spcAft>
                        <a:buClrTx/>
                        <a:buSzTx/>
                        <a:buFontTx/>
                        <a:buNone/>
                        <a:tabLst/>
                        <a:defRPr/>
                      </a:pPr>
                      <a:r>
                        <a:rPr lang="fr-FR" sz="1600" dirty="0">
                          <a:solidFill>
                            <a:schemeClr val="tx1"/>
                          </a:solidFill>
                        </a:rPr>
                        <a:t>Pull-in </a:t>
                      </a:r>
                      <a:r>
                        <a:rPr lang="fr-FR" sz="1600" dirty="0" err="1">
                          <a:solidFill>
                            <a:schemeClr val="tx1"/>
                          </a:solidFill>
                        </a:rPr>
                        <a:t>requested</a:t>
                      </a:r>
                      <a:r>
                        <a:rPr lang="fr-FR" sz="1600" dirty="0">
                          <a:solidFill>
                            <a:schemeClr val="tx1"/>
                          </a:solidFill>
                        </a:rPr>
                        <a:t> </a:t>
                      </a:r>
                      <a:r>
                        <a:rPr lang="fr-FR" sz="1600" baseline="0" dirty="0">
                          <a:solidFill>
                            <a:schemeClr val="tx1"/>
                          </a:solidFill>
                        </a:rPr>
                        <a:t>(</a:t>
                      </a:r>
                      <a:r>
                        <a:rPr lang="fr-FR" sz="1600" baseline="0" dirty="0" err="1">
                          <a:solidFill>
                            <a:schemeClr val="tx1"/>
                          </a:solidFill>
                        </a:rPr>
                        <a:t>SoW</a:t>
                      </a:r>
                      <a:r>
                        <a:rPr lang="fr-FR" sz="1600" baseline="0" dirty="0">
                          <a:solidFill>
                            <a:schemeClr val="tx1"/>
                          </a:solidFill>
                        </a:rPr>
                        <a:t>)</a:t>
                      </a:r>
                      <a:endParaRPr lang="en-US" sz="1600" dirty="0">
                        <a:solidFill>
                          <a:schemeClr val="tx1"/>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fr-FR" sz="1600" dirty="0">
                          <a:solidFill>
                            <a:schemeClr val="tx1"/>
                          </a:solidFill>
                        </a:rPr>
                        <a:t>Vodafone</a:t>
                      </a:r>
                      <a:r>
                        <a:rPr lang="fr-FR" sz="1600" baseline="0" dirty="0">
                          <a:solidFill>
                            <a:schemeClr val="tx1"/>
                          </a:solidFill>
                        </a:rPr>
                        <a:t> </a:t>
                      </a:r>
                      <a:r>
                        <a:rPr lang="fr-FR" sz="1600" baseline="0" dirty="0" err="1">
                          <a:solidFill>
                            <a:schemeClr val="tx1"/>
                          </a:solidFill>
                        </a:rPr>
                        <a:t>feature</a:t>
                      </a:r>
                      <a:r>
                        <a:rPr lang="fr-FR" sz="1600" baseline="0" dirty="0">
                          <a:solidFill>
                            <a:schemeClr val="tx1"/>
                          </a:solidFill>
                        </a:rPr>
                        <a:t> set </a:t>
                      </a:r>
                      <a:r>
                        <a:rPr lang="fr-FR" sz="1600" baseline="0" dirty="0" err="1">
                          <a:solidFill>
                            <a:schemeClr val="tx1"/>
                          </a:solidFill>
                        </a:rPr>
                        <a:t>requirements</a:t>
                      </a:r>
                      <a:r>
                        <a:rPr lang="fr-FR" sz="1600" baseline="0" dirty="0">
                          <a:solidFill>
                            <a:schemeClr val="tx1"/>
                          </a:solidFill>
                        </a:rPr>
                        <a:t> </a:t>
                      </a:r>
                      <a:r>
                        <a:rPr lang="fr-FR" sz="1600" baseline="0" dirty="0" err="1">
                          <a:solidFill>
                            <a:schemeClr val="tx1"/>
                          </a:solidFill>
                        </a:rPr>
                        <a:t>under</a:t>
                      </a:r>
                      <a:r>
                        <a:rPr lang="fr-FR" sz="1600" baseline="0" dirty="0">
                          <a:solidFill>
                            <a:schemeClr val="tx1"/>
                          </a:solidFill>
                        </a:rPr>
                        <a:t> clarification</a:t>
                      </a:r>
                      <a:endParaRPr lang="fr-FR" sz="1600" dirty="0">
                        <a:solidFill>
                          <a:schemeClr val="tx1"/>
                        </a:solidFill>
                      </a:endParaRPr>
                    </a:p>
                  </a:txBody>
                  <a:tcPr/>
                </a:tc>
                <a:extLst>
                  <a:ext uri="{0D108BD9-81ED-4DB2-BD59-A6C34878D82A}">
                    <a16:rowId xmlns:a16="http://schemas.microsoft.com/office/drawing/2014/main" val="10003"/>
                  </a:ext>
                </a:extLst>
              </a:tr>
              <a:tr h="370840">
                <a:tc>
                  <a:txBody>
                    <a:bodyPr/>
                    <a:lstStyle/>
                    <a:p>
                      <a:r>
                        <a:rPr lang="en-US" sz="1600" dirty="0"/>
                        <a:t>04.68</a:t>
                      </a:r>
                    </a:p>
                  </a:txBody>
                  <a:tcPr/>
                </a:tc>
                <a:tc>
                  <a:txBody>
                    <a:bodyPr/>
                    <a:lstStyle/>
                    <a:p>
                      <a:r>
                        <a:rPr lang="fr-FR" sz="1600" dirty="0"/>
                        <a:t>Module </a:t>
                      </a:r>
                      <a:r>
                        <a:rPr lang="fr-FR" sz="1600" dirty="0" err="1"/>
                        <a:t>shall</a:t>
                      </a:r>
                      <a:r>
                        <a:rPr lang="fr-FR" sz="1600" dirty="0"/>
                        <a:t> </a:t>
                      </a:r>
                      <a:r>
                        <a:rPr lang="fr-FR" sz="1600" dirty="0" err="1"/>
                        <a:t>provide</a:t>
                      </a:r>
                      <a:r>
                        <a:rPr lang="fr-FR" sz="1600" baseline="0" dirty="0"/>
                        <a:t> protection </a:t>
                      </a:r>
                      <a:r>
                        <a:rPr lang="fr-FR" sz="1600" baseline="0" dirty="0" err="1"/>
                        <a:t>against</a:t>
                      </a:r>
                      <a:r>
                        <a:rPr lang="fr-FR" sz="1600" baseline="0" dirty="0"/>
                        <a:t> over-</a:t>
                      </a:r>
                      <a:r>
                        <a:rPr lang="fr-FR" sz="1600" baseline="0" dirty="0" err="1"/>
                        <a:t>heating</a:t>
                      </a:r>
                      <a:endParaRPr 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baseline="0" dirty="0" err="1">
                          <a:solidFill>
                            <a:schemeClr val="tx1"/>
                          </a:solidFill>
                        </a:rPr>
                        <a:t>Pending</a:t>
                      </a:r>
                      <a:r>
                        <a:rPr lang="fr-FR" sz="1600" baseline="0" dirty="0">
                          <a:solidFill>
                            <a:schemeClr val="tx1"/>
                          </a:solidFill>
                        </a:rPr>
                        <a:t> </a:t>
                      </a:r>
                      <a:r>
                        <a:rPr lang="fr-FR" sz="1600" baseline="0" dirty="0" err="1">
                          <a:solidFill>
                            <a:schemeClr val="tx1"/>
                          </a:solidFill>
                        </a:rPr>
                        <a:t>feasibility</a:t>
                      </a:r>
                      <a:r>
                        <a:rPr lang="fr-FR" sz="1600" baseline="0" dirty="0">
                          <a:solidFill>
                            <a:schemeClr val="tx1"/>
                          </a:solidFill>
                        </a:rPr>
                        <a:t> &amp; </a:t>
                      </a:r>
                      <a:r>
                        <a:rPr lang="fr-FR" sz="1600" baseline="0" dirty="0" err="1">
                          <a:solidFill>
                            <a:schemeClr val="tx1"/>
                          </a:solidFill>
                        </a:rPr>
                        <a:t>schedule</a:t>
                      </a:r>
                      <a:r>
                        <a:rPr lang="fr-FR" sz="1600" baseline="0" dirty="0">
                          <a:solidFill>
                            <a:schemeClr val="tx1"/>
                          </a:solidFill>
                        </a:rPr>
                        <a:t> </a:t>
                      </a:r>
                      <a:r>
                        <a:rPr lang="fr-FR" sz="1600" baseline="0" dirty="0" err="1">
                          <a:solidFill>
                            <a:schemeClr val="tx1"/>
                          </a:solidFill>
                        </a:rPr>
                        <a:t>from</a:t>
                      </a:r>
                      <a:r>
                        <a:rPr lang="fr-FR" sz="1600" baseline="0" dirty="0">
                          <a:solidFill>
                            <a:schemeClr val="tx1"/>
                          </a:solidFill>
                        </a:rPr>
                        <a:t> </a:t>
                      </a:r>
                      <a:r>
                        <a:rPr lang="fr-FR" sz="1600" baseline="0" dirty="0" err="1">
                          <a:solidFill>
                            <a:schemeClr val="tx1"/>
                          </a:solidFill>
                        </a:rPr>
                        <a:t>Altair</a:t>
                      </a:r>
                      <a:r>
                        <a:rPr lang="fr-FR" sz="1600" baseline="0" dirty="0">
                          <a:solidFill>
                            <a:schemeClr val="tx1"/>
                          </a:solidFill>
                        </a:rPr>
                        <a:t> (</a:t>
                      </a:r>
                      <a:r>
                        <a:rPr lang="fr-FR" sz="1600" baseline="0" dirty="0" err="1">
                          <a:solidFill>
                            <a:schemeClr val="tx1"/>
                          </a:solidFill>
                        </a:rPr>
                        <a:t>SoW</a:t>
                      </a:r>
                      <a:r>
                        <a:rPr lang="fr-FR" sz="1600" baseline="0" dirty="0">
                          <a:solidFill>
                            <a:schemeClr val="tx1"/>
                          </a:solidFill>
                        </a:rPr>
                        <a:t>)</a:t>
                      </a:r>
                      <a:endParaRPr lang="en-US" sz="1600" dirty="0">
                        <a:solidFill>
                          <a:schemeClr val="tx1"/>
                        </a:solidFill>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58584806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a:t>Scope - Project Data - 1</a:t>
            </a:r>
            <a:endParaRPr lang="en-US" noProof="0" dirty="0"/>
          </a:p>
        </p:txBody>
      </p:sp>
      <p:sp>
        <p:nvSpPr>
          <p:cNvPr id="8" name="Text Placeholder 7"/>
          <p:cNvSpPr>
            <a:spLocks noGrp="1"/>
          </p:cNvSpPr>
          <p:nvPr>
            <p:ph sz="quarter" idx="12"/>
          </p:nvPr>
        </p:nvSpPr>
        <p:spPr/>
        <p:txBody>
          <a:bodyPr>
            <a:normAutofit/>
          </a:bodyPr>
          <a:lstStyle/>
          <a:p>
            <a:pPr>
              <a:buClr>
                <a:schemeClr val="accent2"/>
              </a:buClr>
              <a:buFont typeface="Arial" pitchFamily="34" charset="0"/>
              <a:buChar char="•"/>
            </a:pPr>
            <a:r>
              <a:rPr lang="en-US" noProof="0" dirty="0"/>
              <a:t>Project Code (for Timesheet and Purchase requests): </a:t>
            </a:r>
            <a:r>
              <a:rPr lang="en-US" i="1" dirty="0">
                <a:solidFill>
                  <a:srgbClr val="0070C0"/>
                </a:solidFill>
              </a:rPr>
              <a:t>AP16007</a:t>
            </a:r>
          </a:p>
          <a:p>
            <a:pPr>
              <a:buClr>
                <a:schemeClr val="accent2"/>
              </a:buClr>
              <a:buFont typeface="Arial" pitchFamily="34" charset="0"/>
              <a:buChar char="•"/>
            </a:pPr>
            <a:r>
              <a:rPr lang="en-US" noProof="0" dirty="0"/>
              <a:t>Project Name: </a:t>
            </a:r>
            <a:r>
              <a:rPr lang="en-US" i="1" dirty="0">
                <a:solidFill>
                  <a:srgbClr val="0070C0"/>
                </a:solidFill>
              </a:rPr>
              <a:t>Dizzy</a:t>
            </a:r>
          </a:p>
          <a:p>
            <a:pPr>
              <a:buClr>
                <a:schemeClr val="accent2"/>
              </a:buClr>
              <a:buFont typeface="Arial" pitchFamily="34" charset="0"/>
              <a:buChar char="•"/>
            </a:pPr>
            <a:r>
              <a:rPr lang="en-US" b="1" dirty="0"/>
              <a:t>Clarity</a:t>
            </a:r>
            <a:r>
              <a:rPr lang="en-US" dirty="0"/>
              <a:t>: </a:t>
            </a:r>
            <a:r>
              <a:rPr lang="en-US" i="1" dirty="0">
                <a:solidFill>
                  <a:srgbClr val="0070C0"/>
                </a:solidFill>
              </a:rPr>
              <a:t>AP16007 Dizzy</a:t>
            </a:r>
          </a:p>
          <a:p>
            <a:pPr>
              <a:buClr>
                <a:schemeClr val="accent2"/>
              </a:buClr>
              <a:buFont typeface="Arial" pitchFamily="34" charset="0"/>
              <a:buChar char="•"/>
            </a:pPr>
            <a:r>
              <a:rPr lang="en-US" b="1" dirty="0"/>
              <a:t>JDE Edwards</a:t>
            </a:r>
            <a:r>
              <a:rPr lang="en-US" dirty="0"/>
              <a:t>: </a:t>
            </a:r>
            <a:r>
              <a:rPr lang="en-US" i="1" dirty="0">
                <a:solidFill>
                  <a:srgbClr val="0070C0"/>
                </a:solidFill>
              </a:rPr>
              <a:t>Dizzy.AP16007</a:t>
            </a:r>
          </a:p>
          <a:p>
            <a:pPr>
              <a:buClr>
                <a:schemeClr val="accent2"/>
              </a:buClr>
              <a:buFont typeface="Arial" pitchFamily="34" charset="0"/>
              <a:buChar char="•"/>
            </a:pPr>
            <a:r>
              <a:rPr lang="fr-FR" dirty="0" err="1"/>
              <a:t>Num</a:t>
            </a:r>
            <a:r>
              <a:rPr lang="fr-FR" dirty="0"/>
              <a:t> Type (PID) : </a:t>
            </a:r>
            <a:r>
              <a:rPr lang="fr-FR" i="1" dirty="0">
                <a:solidFill>
                  <a:srgbClr val="0070C0"/>
                </a:solidFill>
              </a:rPr>
              <a:t>T3</a:t>
            </a:r>
            <a:endParaRPr lang="en-US" i="1" dirty="0">
              <a:solidFill>
                <a:srgbClr val="0070C0"/>
              </a:solidFill>
            </a:endParaRPr>
          </a:p>
        </p:txBody>
      </p:sp>
    </p:spTree>
    <p:extLst>
      <p:ext uri="{BB962C8B-B14F-4D97-AF65-F5344CB8AC3E}">
        <p14:creationId xmlns:p14="http://schemas.microsoft.com/office/powerpoint/2010/main" val="263583508"/>
      </p:ext>
    </p:extLst>
  </p:cSld>
  <p:clrMapOvr>
    <a:masterClrMapping/>
  </p:clrMapOvr>
  <p:transition>
    <p:fade/>
  </p:transition>
</p:sld>
</file>

<file path=ppt/theme/theme1.xml><?xml version="1.0" encoding="utf-8"?>
<a:theme xmlns:a="http://schemas.openxmlformats.org/drawingml/2006/main" name="1_SWI_Latest">
  <a:themeElements>
    <a:clrScheme name="Custom 69">
      <a:dk1>
        <a:srgbClr val="000000"/>
      </a:dk1>
      <a:lt1>
        <a:srgbClr val="FFFFFF"/>
      </a:lt1>
      <a:dk2>
        <a:srgbClr val="5D5E61"/>
      </a:dk2>
      <a:lt2>
        <a:srgbClr val="FFFFFF"/>
      </a:lt2>
      <a:accent1>
        <a:srgbClr val="666666"/>
      </a:accent1>
      <a:accent2>
        <a:srgbClr val="E53B30"/>
      </a:accent2>
      <a:accent3>
        <a:srgbClr val="A0ACAF"/>
      </a:accent3>
      <a:accent4>
        <a:srgbClr val="00677A"/>
      </a:accent4>
      <a:accent5>
        <a:srgbClr val="F7781E"/>
      </a:accent5>
      <a:accent6>
        <a:srgbClr val="003640"/>
      </a:accent6>
      <a:hlink>
        <a:srgbClr val="00AEAF"/>
      </a:hlink>
      <a:folHlink>
        <a:srgbClr val="99B1B9"/>
      </a:folHlink>
    </a:clrScheme>
    <a:fontScheme name="Sierra Wireles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spPr>
      <a:bodyPr wrap="none" lIns="91440" tIns="45720" rIns="91440" bIns="45720">
        <a:spAutoFit/>
      </a:bodyPr>
      <a:lstStyle>
        <a:defPPr algn="ctr">
          <a:defRPr sz="5400" b="1" cap="none" spc="50" dirty="0" smtClean="0">
            <a:ln w="0"/>
            <a:solidFill>
              <a:schemeClr val="bg2"/>
            </a:solidFill>
            <a:effectLst>
              <a:innerShdw blurRad="63500" dist="50800" dir="13500000">
                <a:srgbClr val="000000">
                  <a:alpha val="50000"/>
                </a:srgbClr>
              </a:innerShdw>
            </a:effectLst>
          </a:defRPr>
        </a:defPPr>
      </a:lstStyle>
    </a:spDef>
    <a:lnDef>
      <a:spPr>
        <a:ln w="12700">
          <a:solidFill>
            <a:schemeClr val="tx2"/>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dirty="0" err="1" smtClean="0"/>
        </a:defPPr>
      </a:lstStyle>
    </a:txDef>
  </a:objectDefaults>
  <a:extraClrSchemeLst/>
  <a:extLst>
    <a:ext uri="{05A4C25C-085E-4340-85A3-A5531E510DB2}">
      <thm15:themeFamily xmlns:thm15="http://schemas.microsoft.com/office/thememl/2012/main" name="SWI_Latest" id="{1C3D432C-1F7A-4AA0-81B3-A3CBFF849C7E}" vid="{885601BB-801E-46A9-B212-C61D8CA46FC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IconOverlay xmlns="http://schemas.microsoft.com/sharepoint/v4"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A22B070D4A1CA43AA55A81CB6D6EB6C" ma:contentTypeVersion="1" ma:contentTypeDescription="Create a new document." ma:contentTypeScope="" ma:versionID="fc9b4af677d39c6b87118f43d670c961">
  <xsd:schema xmlns:xsd="http://www.w3.org/2001/XMLSchema" xmlns:xs="http://www.w3.org/2001/XMLSchema" xmlns:p="http://schemas.microsoft.com/office/2006/metadata/properties" xmlns:ns2="http://schemas.microsoft.com/sharepoint/v4" targetNamespace="http://schemas.microsoft.com/office/2006/metadata/properties" ma:root="true" ma:fieldsID="c7df5a4765e19ebc6726a464c4e95e09" ns2:_="">
    <xsd:import namespace="http://schemas.microsoft.com/sharepoint/v4"/>
    <xsd:element name="properties">
      <xsd:complexType>
        <xsd:sequence>
          <xsd:element name="documentManagement">
            <xsd:complexType>
              <xsd:all>
                <xsd:element ref="ns2:IconOverla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8"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1D879CC-9665-498C-B891-7D53BEB7EB69}">
  <ds:schemaRefs>
    <ds:schemaRef ds:uri="http://schemas.microsoft.com/office/infopath/2007/PartnerControls"/>
    <ds:schemaRef ds:uri="http://purl.org/dc/elements/1.1/"/>
    <ds:schemaRef ds:uri="http://schemas.microsoft.com/office/2006/metadata/properties"/>
    <ds:schemaRef ds:uri="http://schemas.microsoft.com/sharepoint/v4"/>
    <ds:schemaRef ds:uri="http://purl.org/dc/terms/"/>
    <ds:schemaRef ds:uri="http://schemas.openxmlformats.org/package/2006/metadata/core-properties"/>
    <ds:schemaRef ds:uri="http://schemas.microsoft.com/office/2006/documentManagement/types"/>
    <ds:schemaRef ds:uri="http://www.w3.org/XML/1998/namespace"/>
    <ds:schemaRef ds:uri="http://purl.org/dc/dcmitype/"/>
  </ds:schemaRefs>
</ds:datastoreItem>
</file>

<file path=customXml/itemProps2.xml><?xml version="1.0" encoding="utf-8"?>
<ds:datastoreItem xmlns:ds="http://schemas.openxmlformats.org/officeDocument/2006/customXml" ds:itemID="{2F1429B3-05CE-454A-866A-75935E260A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70C4DDB-396F-45EC-ACD8-7B94B17984D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SWI_Latest</Template>
  <TotalTime>25623</TotalTime>
  <Words>1226</Words>
  <Application>Microsoft Office PowerPoint</Application>
  <PresentationFormat>On-screen Show (4:3)</PresentationFormat>
  <Paragraphs>299</Paragraphs>
  <Slides>14</Slides>
  <Notes>10</Notes>
  <HiddenSlides>6</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ＭＳ Ｐゴシック</vt:lpstr>
      <vt:lpstr>SimSun</vt:lpstr>
      <vt:lpstr>Arial</vt:lpstr>
      <vt:lpstr>Calibri</vt:lpstr>
      <vt:lpstr>Times New Roman</vt:lpstr>
      <vt:lpstr>1_SWI_Latest</vt:lpstr>
      <vt:lpstr>Dizzy (HL7800)</vt:lpstr>
      <vt:lpstr>Template Information</vt:lpstr>
      <vt:lpstr>Template Change History</vt:lpstr>
      <vt:lpstr>Template Change History</vt:lpstr>
      <vt:lpstr>Document Information</vt:lpstr>
      <vt:lpstr>Change History</vt:lpstr>
      <vt:lpstr>Full Table of Content - 1</vt:lpstr>
      <vt:lpstr>Full Table of Content - 2</vt:lpstr>
      <vt:lpstr>Table of Content</vt:lpstr>
      <vt:lpstr>Scope - Overview</vt:lpstr>
      <vt:lpstr>Scope - Overview</vt:lpstr>
      <vt:lpstr>Scope – Dizzy project versus HL78 program partition</vt:lpstr>
      <vt:lpstr>Scope – MRD v2.05 open items (key items)</vt:lpstr>
      <vt:lpstr>Scope - Project Data - 1</vt:lpstr>
    </vt:vector>
  </TitlesOfParts>
  <Company>Showmakers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vdesortiaux@sierrawireless.com</dc:creator>
  <cp:lastModifiedBy>Jalal Mohib</cp:lastModifiedBy>
  <cp:revision>1334</cp:revision>
  <cp:lastPrinted>2013-06-18T22:55:20Z</cp:lastPrinted>
  <dcterms:created xsi:type="dcterms:W3CDTF">2012-09-05T19:37:14Z</dcterms:created>
  <dcterms:modified xsi:type="dcterms:W3CDTF">2017-09-13T08:04:43Z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0x0101009A22B070D4A1CA43AA55A81CB6D6EB6C</vt:lpwstr>
  </property>
</Properties>
</file>